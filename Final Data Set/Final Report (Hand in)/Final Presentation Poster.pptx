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theme/theme3.xml" ContentType="application/vnd.openxmlformats-officedocument.theme+xml"/>
  <Override PartName="/ppt/slideLayouts/slideLayout4.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0" r:id="rId1"/>
    <p:sldMasterId id="2147483659" r:id="rId2"/>
    <p:sldMasterId id="2147483657" r:id="rId3"/>
    <p:sldMasterId id="2147483653" r:id="rId4"/>
  </p:sldMasterIdLst>
  <p:notesMasterIdLst>
    <p:notesMasterId r:id="rId6"/>
  </p:notesMasterIdLst>
  <p:handoutMasterIdLst>
    <p:handoutMasterId r:id="rId7"/>
  </p:handoutMasterIdLst>
  <p:sldIdLst>
    <p:sldId id="256" r:id="rId5"/>
  </p:sldIdLst>
  <p:sldSz cx="29260800" cy="16459200"/>
  <p:notesSz cx="6858000" cy="9144000"/>
  <p:defaultTextStyle>
    <a:defPPr>
      <a:defRPr lang="en-US"/>
    </a:defPPr>
    <a:lvl1pPr marL="0" algn="l" defTabSz="2507943" rtl="0" eaLnBrk="1" latinLnBrk="0" hangingPunct="1">
      <a:defRPr sz="4900" kern="1200">
        <a:solidFill>
          <a:schemeClr val="tx1"/>
        </a:solidFill>
        <a:latin typeface="+mn-lt"/>
        <a:ea typeface="+mn-ea"/>
        <a:cs typeface="+mn-cs"/>
      </a:defRPr>
    </a:lvl1pPr>
    <a:lvl2pPr marL="1253972" algn="l" defTabSz="2507943" rtl="0" eaLnBrk="1" latinLnBrk="0" hangingPunct="1">
      <a:defRPr sz="4900" kern="1200">
        <a:solidFill>
          <a:schemeClr val="tx1"/>
        </a:solidFill>
        <a:latin typeface="+mn-lt"/>
        <a:ea typeface="+mn-ea"/>
        <a:cs typeface="+mn-cs"/>
      </a:defRPr>
    </a:lvl2pPr>
    <a:lvl3pPr marL="2507943" algn="l" defTabSz="2507943" rtl="0" eaLnBrk="1" latinLnBrk="0" hangingPunct="1">
      <a:defRPr sz="4900" kern="1200">
        <a:solidFill>
          <a:schemeClr val="tx1"/>
        </a:solidFill>
        <a:latin typeface="+mn-lt"/>
        <a:ea typeface="+mn-ea"/>
        <a:cs typeface="+mn-cs"/>
      </a:defRPr>
    </a:lvl3pPr>
    <a:lvl4pPr marL="3761915" algn="l" defTabSz="2507943" rtl="0" eaLnBrk="1" latinLnBrk="0" hangingPunct="1">
      <a:defRPr sz="4900" kern="1200">
        <a:solidFill>
          <a:schemeClr val="tx1"/>
        </a:solidFill>
        <a:latin typeface="+mn-lt"/>
        <a:ea typeface="+mn-ea"/>
        <a:cs typeface="+mn-cs"/>
      </a:defRPr>
    </a:lvl4pPr>
    <a:lvl5pPr marL="5015886" algn="l" defTabSz="2507943" rtl="0" eaLnBrk="1" latinLnBrk="0" hangingPunct="1">
      <a:defRPr sz="4900" kern="1200">
        <a:solidFill>
          <a:schemeClr val="tx1"/>
        </a:solidFill>
        <a:latin typeface="+mn-lt"/>
        <a:ea typeface="+mn-ea"/>
        <a:cs typeface="+mn-cs"/>
      </a:defRPr>
    </a:lvl5pPr>
    <a:lvl6pPr marL="6269858" algn="l" defTabSz="2507943" rtl="0" eaLnBrk="1" latinLnBrk="0" hangingPunct="1">
      <a:defRPr sz="4900" kern="1200">
        <a:solidFill>
          <a:schemeClr val="tx1"/>
        </a:solidFill>
        <a:latin typeface="+mn-lt"/>
        <a:ea typeface="+mn-ea"/>
        <a:cs typeface="+mn-cs"/>
      </a:defRPr>
    </a:lvl6pPr>
    <a:lvl7pPr marL="7523830" algn="l" defTabSz="2507943" rtl="0" eaLnBrk="1" latinLnBrk="0" hangingPunct="1">
      <a:defRPr sz="4900" kern="1200">
        <a:solidFill>
          <a:schemeClr val="tx1"/>
        </a:solidFill>
        <a:latin typeface="+mn-lt"/>
        <a:ea typeface="+mn-ea"/>
        <a:cs typeface="+mn-cs"/>
      </a:defRPr>
    </a:lvl7pPr>
    <a:lvl8pPr marL="8777801" algn="l" defTabSz="2507943" rtl="0" eaLnBrk="1" latinLnBrk="0" hangingPunct="1">
      <a:defRPr sz="4900" kern="1200">
        <a:solidFill>
          <a:schemeClr val="tx1"/>
        </a:solidFill>
        <a:latin typeface="+mn-lt"/>
        <a:ea typeface="+mn-ea"/>
        <a:cs typeface="+mn-cs"/>
      </a:defRPr>
    </a:lvl8pPr>
    <a:lvl9pPr marL="10031773" algn="l" defTabSz="2507943" rtl="0" eaLnBrk="1" latinLnBrk="0" hangingPunct="1">
      <a:defRPr sz="49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59" userDrawn="1">
          <p15:clr>
            <a:srgbClr val="A4A3A4"/>
          </p15:clr>
        </p15:guide>
        <p15:guide id="2" orient="horz" pos="144" userDrawn="1">
          <p15:clr>
            <a:srgbClr val="A4A3A4"/>
          </p15:clr>
        </p15:guide>
        <p15:guide id="3" orient="horz" pos="10080" userDrawn="1">
          <p15:clr>
            <a:srgbClr val="A4A3A4"/>
          </p15:clr>
        </p15:guide>
        <p15:guide id="4" orient="horz" pos="24" userDrawn="1">
          <p15:clr>
            <a:srgbClr val="A4A3A4"/>
          </p15:clr>
        </p15:guide>
        <p15:guide id="5" pos="387" userDrawn="1">
          <p15:clr>
            <a:srgbClr val="A4A3A4"/>
          </p15:clr>
        </p15:guide>
        <p15:guide id="6" pos="18046"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A.KOTOULAS" initials="AK" lastIdx="2" clrIdx="0"/>
  <p:cmAuthor id="1" name="A.KOTOULAS" initials="HELP" lastIdx="1" clrIdx="1"/>
  <p:cmAuthor id="2" name="A.KOTOULAS" initials="HELP - " lastIdx="1" clrIdx="2"/>
  <p:cmAuthor id="3" name="PosterPresentations.com - 510.649.3001" initials="HELP - " lastIdx="1" clrIdx="3"/>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66"/>
    <a:srgbClr val="E3E9E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6202" autoAdjust="0"/>
    <p:restoredTop sz="96327" autoAdjust="0"/>
  </p:normalViewPr>
  <p:slideViewPr>
    <p:cSldViewPr snapToGrid="0" snapToObjects="1" showGuides="1">
      <p:cViewPr>
        <p:scale>
          <a:sx n="89" d="100"/>
          <a:sy n="89" d="100"/>
        </p:scale>
        <p:origin x="1616" y="-3336"/>
      </p:cViewPr>
      <p:guideLst>
        <p:guide orient="horz" pos="1659"/>
        <p:guide orient="horz" pos="144"/>
        <p:guide orient="horz" pos="10080"/>
        <p:guide orient="horz" pos="24"/>
        <p:guide pos="387"/>
        <p:guide pos="18046"/>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Grid="0" snapToObjects="1">
      <p:cViewPr varScale="1">
        <p:scale>
          <a:sx n="80" d="100"/>
          <a:sy n="80" d="100"/>
        </p:scale>
        <p:origin x="2574" y="96"/>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commentAuthors" Target="commentAuthors.xml"/><Relationship Id="rId13" Type="http://schemas.microsoft.com/office/2016/11/relationships/changesInfo" Target="changesInfos/changesInfo1.xml"/><Relationship Id="rId3" Type="http://schemas.openxmlformats.org/officeDocument/2006/relationships/slideMaster" Target="slideMasters/slideMaster3.xml"/><Relationship Id="rId7" Type="http://schemas.openxmlformats.org/officeDocument/2006/relationships/handoutMaster" Target="handoutMasters/handoutMaster1.xml"/><Relationship Id="rId12" Type="http://schemas.openxmlformats.org/officeDocument/2006/relationships/tableStyles" Target="tableStyle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notesMaster" Target="notesMasters/notesMaster1.xml"/><Relationship Id="rId11" Type="http://schemas.openxmlformats.org/officeDocument/2006/relationships/theme" Target="theme/theme1.xml"/><Relationship Id="rId5" Type="http://schemas.openxmlformats.org/officeDocument/2006/relationships/slide" Target="slides/slide1.xml"/><Relationship Id="rId10" Type="http://schemas.openxmlformats.org/officeDocument/2006/relationships/viewProps" Target="viewProps.xml"/><Relationship Id="rId4" Type="http://schemas.openxmlformats.org/officeDocument/2006/relationships/slideMaster" Target="slideMasters/slideMaster4.xml"/><Relationship Id="rId9"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illegas,Juan G.(Student)" userId="6ea5d8d7-6581-4eb8-bbdd-11aa1f1198ab" providerId="ADAL" clId="{73A7CEEA-D4DE-C24C-9351-891D8D91EBAB}"/>
    <pc:docChg chg="undo custSel modSld">
      <pc:chgData name="Villegas,Juan G.(Student)" userId="6ea5d8d7-6581-4eb8-bbdd-11aa1f1198ab" providerId="ADAL" clId="{73A7CEEA-D4DE-C24C-9351-891D8D91EBAB}" dt="2022-04-02T05:36:44.965" v="129" actId="14100"/>
      <pc:docMkLst>
        <pc:docMk/>
      </pc:docMkLst>
      <pc:sldChg chg="addSp delSp modSp mod">
        <pc:chgData name="Villegas,Juan G.(Student)" userId="6ea5d8d7-6581-4eb8-bbdd-11aa1f1198ab" providerId="ADAL" clId="{73A7CEEA-D4DE-C24C-9351-891D8D91EBAB}" dt="2022-04-02T05:36:44.965" v="129" actId="14100"/>
        <pc:sldMkLst>
          <pc:docMk/>
          <pc:sldMk cId="3417310049" sldId="256"/>
        </pc:sldMkLst>
        <pc:spChg chg="mod">
          <ac:chgData name="Villegas,Juan G.(Student)" userId="6ea5d8d7-6581-4eb8-bbdd-11aa1f1198ab" providerId="ADAL" clId="{73A7CEEA-D4DE-C24C-9351-891D8D91EBAB}" dt="2022-04-02T05:36:44.965" v="129" actId="14100"/>
          <ac:spMkLst>
            <pc:docMk/>
            <pc:sldMk cId="3417310049" sldId="256"/>
            <ac:spMk id="33" creationId="{F87EA655-01D3-1E4A-870A-D1F92B7DB05D}"/>
          </ac:spMkLst>
        </pc:spChg>
        <pc:spChg chg="mod">
          <ac:chgData name="Villegas,Juan G.(Student)" userId="6ea5d8d7-6581-4eb8-bbdd-11aa1f1198ab" providerId="ADAL" clId="{73A7CEEA-D4DE-C24C-9351-891D8D91EBAB}" dt="2022-04-02T05:34:12.752" v="33" actId="1076"/>
          <ac:spMkLst>
            <pc:docMk/>
            <pc:sldMk cId="3417310049" sldId="256"/>
            <ac:spMk id="398" creationId="{441AB7FA-6CD2-7440-A6A2-F7948D6A477F}"/>
          </ac:spMkLst>
        </pc:spChg>
        <pc:spChg chg="del mod">
          <ac:chgData name="Villegas,Juan G.(Student)" userId="6ea5d8d7-6581-4eb8-bbdd-11aa1f1198ab" providerId="ADAL" clId="{73A7CEEA-D4DE-C24C-9351-891D8D91EBAB}" dt="2022-04-02T05:36:39.171" v="126" actId="478"/>
          <ac:spMkLst>
            <pc:docMk/>
            <pc:sldMk cId="3417310049" sldId="256"/>
            <ac:spMk id="399" creationId="{6EA1438C-0BB3-7B41-9359-15AFAE4E5962}"/>
          </ac:spMkLst>
        </pc:spChg>
        <pc:spChg chg="del mod">
          <ac:chgData name="Villegas,Juan G.(Student)" userId="6ea5d8d7-6581-4eb8-bbdd-11aa1f1198ab" providerId="ADAL" clId="{73A7CEEA-D4DE-C24C-9351-891D8D91EBAB}" dt="2022-04-02T05:36:42.177" v="128"/>
          <ac:spMkLst>
            <pc:docMk/>
            <pc:sldMk cId="3417310049" sldId="256"/>
            <ac:spMk id="400" creationId="{4CBC4C7F-D748-674E-A605-A8FC582FBB13}"/>
          </ac:spMkLst>
        </pc:spChg>
        <pc:spChg chg="mod">
          <ac:chgData name="Villegas,Juan G.(Student)" userId="6ea5d8d7-6581-4eb8-bbdd-11aa1f1198ab" providerId="ADAL" clId="{73A7CEEA-D4DE-C24C-9351-891D8D91EBAB}" dt="2022-04-02T05:36:26.711" v="123" actId="313"/>
          <ac:spMkLst>
            <pc:docMk/>
            <pc:sldMk cId="3417310049" sldId="256"/>
            <ac:spMk id="401" creationId="{0429B86D-A625-264A-91D2-8CA9E5ED7341}"/>
          </ac:spMkLst>
        </pc:spChg>
        <pc:picChg chg="add del mod">
          <ac:chgData name="Villegas,Juan G.(Student)" userId="6ea5d8d7-6581-4eb8-bbdd-11aa1f1198ab" providerId="ADAL" clId="{73A7CEEA-D4DE-C24C-9351-891D8D91EBAB}" dt="2022-04-02T05:33:46.104" v="28" actId="1076"/>
          <ac:picMkLst>
            <pc:docMk/>
            <pc:sldMk cId="3417310049" sldId="256"/>
            <ac:picMk id="3" creationId="{16DF9D7D-B015-0E47-95C5-45BBA0CB8C2A}"/>
          </ac:picMkLst>
        </pc:picChg>
        <pc:picChg chg="del mod">
          <ac:chgData name="Villegas,Juan G.(Student)" userId="6ea5d8d7-6581-4eb8-bbdd-11aa1f1198ab" providerId="ADAL" clId="{73A7CEEA-D4DE-C24C-9351-891D8D91EBAB}" dt="2022-04-02T05:30:45.510" v="4" actId="478"/>
          <ac:picMkLst>
            <pc:docMk/>
            <pc:sldMk cId="3417310049" sldId="256"/>
            <ac:picMk id="397" creationId="{26805BE8-50AA-3446-A5A2-B7E7C107192B}"/>
          </ac:picMkLst>
        </pc:picChg>
      </pc:sldChg>
    </pc:docChg>
  </pc:docChgLst>
  <pc:docChgLst>
    <pc:chgData name="Villegas,Juan G.(Student)" userId="6ea5d8d7-6581-4eb8-bbdd-11aa1f1198ab" providerId="ADAL" clId="{A2D9C391-9376-7647-B98F-560B27CDEDA7}"/>
    <pc:docChg chg="modSld">
      <pc:chgData name="Villegas,Juan G.(Student)" userId="6ea5d8d7-6581-4eb8-bbdd-11aa1f1198ab" providerId="ADAL" clId="{A2D9C391-9376-7647-B98F-560B27CDEDA7}" dt="2022-09-12T00:40:56.481" v="1" actId="20577"/>
      <pc:docMkLst>
        <pc:docMk/>
      </pc:docMkLst>
      <pc:sldChg chg="modSp mod">
        <pc:chgData name="Villegas,Juan G.(Student)" userId="6ea5d8d7-6581-4eb8-bbdd-11aa1f1198ab" providerId="ADAL" clId="{A2D9C391-9376-7647-B98F-560B27CDEDA7}" dt="2022-09-12T00:40:56.481" v="1" actId="20577"/>
        <pc:sldMkLst>
          <pc:docMk/>
          <pc:sldMk cId="3417310049" sldId="256"/>
        </pc:sldMkLst>
        <pc:spChg chg="mod">
          <ac:chgData name="Villegas,Juan G.(Student)" userId="6ea5d8d7-6581-4eb8-bbdd-11aa1f1198ab" providerId="ADAL" clId="{A2D9C391-9376-7647-B98F-560B27CDEDA7}" dt="2022-09-12T00:40:56.481" v="1" actId="20577"/>
          <ac:spMkLst>
            <pc:docMk/>
            <pc:sldMk cId="3417310049" sldId="256"/>
            <ac:spMk id="24" creationId="{8CE19CA1-05FF-7C44-82F0-5930EC4DF4FD}"/>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87B717E-17DC-4276-BCDC-C73550588E55}" type="slidenum">
              <a:rPr lang="en-US" smtClean="0"/>
              <a:t>‹#›</a:t>
            </a:fld>
            <a:endParaRPr lang="en-US"/>
          </a:p>
        </p:txBody>
      </p:sp>
    </p:spTree>
    <p:extLst>
      <p:ext uri="{BB962C8B-B14F-4D97-AF65-F5344CB8AC3E}">
        <p14:creationId xmlns:p14="http://schemas.microsoft.com/office/powerpoint/2010/main" val="170805895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6CC2317-6751-4CD4-9995-8782DD78E936}" type="datetimeFigureOut">
              <a:rPr lang="en-US" smtClean="0"/>
              <a:pPr/>
              <a:t>9/11/22</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6A1A87D-CAF7-4BDC-A0D3-C0DBEDE81619}" type="slidenum">
              <a:rPr lang="en-US" smtClean="0"/>
              <a:pPr/>
              <a:t>‹#›</a:t>
            </a:fld>
            <a:endParaRPr lang="en-US" dirty="0"/>
          </a:p>
        </p:txBody>
      </p:sp>
    </p:spTree>
    <p:extLst>
      <p:ext uri="{BB962C8B-B14F-4D97-AF65-F5344CB8AC3E}">
        <p14:creationId xmlns:p14="http://schemas.microsoft.com/office/powerpoint/2010/main" val="3146657063"/>
      </p:ext>
    </p:extLst>
  </p:cSld>
  <p:clrMap bg1="lt1" tx1="dk1" bg2="lt2" tx2="dk2" accent1="accent1" accent2="accent2" accent3="accent3" accent4="accent4" accent5="accent5" accent6="accent6" hlink="hlink" folHlink="folHlink"/>
  <p:notesStyle>
    <a:lvl1pPr marL="0" algn="l" defTabSz="2507943" rtl="0" eaLnBrk="1" latinLnBrk="0" hangingPunct="1">
      <a:defRPr sz="3300" kern="1200">
        <a:solidFill>
          <a:schemeClr val="tx1"/>
        </a:solidFill>
        <a:latin typeface="+mn-lt"/>
        <a:ea typeface="+mn-ea"/>
        <a:cs typeface="+mn-cs"/>
      </a:defRPr>
    </a:lvl1pPr>
    <a:lvl2pPr marL="1253972" algn="l" defTabSz="2507943" rtl="0" eaLnBrk="1" latinLnBrk="0" hangingPunct="1">
      <a:defRPr sz="3300" kern="1200">
        <a:solidFill>
          <a:schemeClr val="tx1"/>
        </a:solidFill>
        <a:latin typeface="+mn-lt"/>
        <a:ea typeface="+mn-ea"/>
        <a:cs typeface="+mn-cs"/>
      </a:defRPr>
    </a:lvl2pPr>
    <a:lvl3pPr marL="2507943" algn="l" defTabSz="2507943" rtl="0" eaLnBrk="1" latinLnBrk="0" hangingPunct="1">
      <a:defRPr sz="3300" kern="1200">
        <a:solidFill>
          <a:schemeClr val="tx1"/>
        </a:solidFill>
        <a:latin typeface="+mn-lt"/>
        <a:ea typeface="+mn-ea"/>
        <a:cs typeface="+mn-cs"/>
      </a:defRPr>
    </a:lvl3pPr>
    <a:lvl4pPr marL="3761915" algn="l" defTabSz="2507943" rtl="0" eaLnBrk="1" latinLnBrk="0" hangingPunct="1">
      <a:defRPr sz="3300" kern="1200">
        <a:solidFill>
          <a:schemeClr val="tx1"/>
        </a:solidFill>
        <a:latin typeface="+mn-lt"/>
        <a:ea typeface="+mn-ea"/>
        <a:cs typeface="+mn-cs"/>
      </a:defRPr>
    </a:lvl4pPr>
    <a:lvl5pPr marL="5015886" algn="l" defTabSz="2507943" rtl="0" eaLnBrk="1" latinLnBrk="0" hangingPunct="1">
      <a:defRPr sz="3300" kern="1200">
        <a:solidFill>
          <a:schemeClr val="tx1"/>
        </a:solidFill>
        <a:latin typeface="+mn-lt"/>
        <a:ea typeface="+mn-ea"/>
        <a:cs typeface="+mn-cs"/>
      </a:defRPr>
    </a:lvl5pPr>
    <a:lvl6pPr marL="6269858" algn="l" defTabSz="2507943" rtl="0" eaLnBrk="1" latinLnBrk="0" hangingPunct="1">
      <a:defRPr sz="3300" kern="1200">
        <a:solidFill>
          <a:schemeClr val="tx1"/>
        </a:solidFill>
        <a:latin typeface="+mn-lt"/>
        <a:ea typeface="+mn-ea"/>
        <a:cs typeface="+mn-cs"/>
      </a:defRPr>
    </a:lvl6pPr>
    <a:lvl7pPr marL="7523830" algn="l" defTabSz="2507943" rtl="0" eaLnBrk="1" latinLnBrk="0" hangingPunct="1">
      <a:defRPr sz="3300" kern="1200">
        <a:solidFill>
          <a:schemeClr val="tx1"/>
        </a:solidFill>
        <a:latin typeface="+mn-lt"/>
        <a:ea typeface="+mn-ea"/>
        <a:cs typeface="+mn-cs"/>
      </a:defRPr>
    </a:lvl7pPr>
    <a:lvl8pPr marL="8777801" algn="l" defTabSz="2507943" rtl="0" eaLnBrk="1" latinLnBrk="0" hangingPunct="1">
      <a:defRPr sz="3300" kern="1200">
        <a:solidFill>
          <a:schemeClr val="tx1"/>
        </a:solidFill>
        <a:latin typeface="+mn-lt"/>
        <a:ea typeface="+mn-ea"/>
        <a:cs typeface="+mn-cs"/>
      </a:defRPr>
    </a:lvl8pPr>
    <a:lvl9pPr marL="10031773" algn="l" defTabSz="2507943" rtl="0" eaLnBrk="1" latinLnBrk="0" hangingPunct="1">
      <a:defRPr sz="33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26A1A87D-CAF7-4BDC-A0D3-C0DBEDE81619}" type="slidenum">
              <a:rPr lang="en-US" smtClean="0"/>
              <a:pPr/>
              <a:t>1</a:t>
            </a:fld>
            <a:endParaRPr lang="en-US" dirty="0"/>
          </a:p>
        </p:txBody>
      </p:sp>
    </p:spTree>
    <p:extLst>
      <p:ext uri="{BB962C8B-B14F-4D97-AF65-F5344CB8AC3E}">
        <p14:creationId xmlns:p14="http://schemas.microsoft.com/office/powerpoint/2010/main" val="42220240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Standard 4 columns">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a:xfrm>
            <a:off x="602790" y="3063162"/>
            <a:ext cx="6704542" cy="493538"/>
          </a:xfrm>
          <a:prstGeom prst="rect">
            <a:avLst/>
          </a:prstGeom>
        </p:spPr>
        <p:txBody>
          <a:bodyPr wrap="square" lIns="130622" tIns="130622" rIns="130622" bIns="130622">
            <a:spAutoFit/>
          </a:bodyPr>
          <a:lstStyle>
            <a:lvl1pPr marL="0" indent="0">
              <a:buNone/>
              <a:defRPr sz="1493">
                <a:solidFill>
                  <a:schemeClr val="accent5">
                    <a:lumMod val="50000"/>
                  </a:schemeClr>
                </a:solidFill>
                <a:latin typeface="Times New Roman" panose="02020603050405020304" pitchFamily="18" charset="0"/>
                <a:cs typeface="Times New Roman" panose="02020603050405020304" pitchFamily="18" charset="0"/>
              </a:defRPr>
            </a:lvl1pPr>
            <a:lvl2pPr marL="905674" indent="-348336">
              <a:defRPr sz="1493">
                <a:latin typeface="Trebuchet MS" pitchFamily="34" charset="0"/>
              </a:defRPr>
            </a:lvl2pPr>
            <a:lvl3pPr marL="1254010" indent="-348336">
              <a:defRPr sz="1493">
                <a:latin typeface="Trebuchet MS" pitchFamily="34" charset="0"/>
              </a:defRPr>
            </a:lvl3pPr>
            <a:lvl4pPr marL="1637181" indent="-383170">
              <a:defRPr sz="1493">
                <a:latin typeface="Trebuchet MS" pitchFamily="34" charset="0"/>
              </a:defRPr>
            </a:lvl4pPr>
            <a:lvl5pPr marL="1915850" indent="-278669">
              <a:defRPr sz="1493">
                <a:latin typeface="Trebuchet MS" pitchFamily="34" charset="0"/>
              </a:defRPr>
            </a:lvl5pPr>
          </a:lstStyle>
          <a:p>
            <a:pPr lvl="0"/>
            <a:r>
              <a:rPr lang="en-US" dirty="0"/>
              <a:t>Type in or paste your text here</a:t>
            </a:r>
          </a:p>
        </p:txBody>
      </p:sp>
      <p:sp>
        <p:nvSpPr>
          <p:cNvPr id="6" name="Text Placeholder 5"/>
          <p:cNvSpPr>
            <a:spLocks noGrp="1"/>
          </p:cNvSpPr>
          <p:nvPr>
            <p:ph type="body" sz="quarter" idx="11" hasCustomPrompt="1"/>
          </p:nvPr>
        </p:nvSpPr>
        <p:spPr>
          <a:xfrm>
            <a:off x="614892" y="2638448"/>
            <a:ext cx="6699250" cy="450228"/>
          </a:xfrm>
          <a:prstGeom prst="rect">
            <a:avLst/>
          </a:prstGeom>
          <a:noFill/>
        </p:spPr>
        <p:txBody>
          <a:bodyPr lIns="52249" tIns="52249" rIns="52249" bIns="52249" anchor="ctr" anchorCtr="0">
            <a:spAutoFit/>
          </a:bodyPr>
          <a:lstStyle>
            <a:lvl1pPr marL="0" indent="0" algn="ctr">
              <a:buNone/>
              <a:defRPr sz="2240" b="1" u="sng" baseline="0">
                <a:solidFill>
                  <a:schemeClr val="accent5">
                    <a:lumMod val="50000"/>
                  </a:schemeClr>
                </a:solidFill>
              </a:defRPr>
            </a:lvl1pPr>
          </a:lstStyle>
          <a:p>
            <a:pPr lvl="0"/>
            <a:r>
              <a:rPr lang="en-US" dirty="0"/>
              <a:t>(click to edit) INTRODUCTION or ABSTRACT</a:t>
            </a:r>
          </a:p>
        </p:txBody>
      </p:sp>
      <p:sp>
        <p:nvSpPr>
          <p:cNvPr id="20" name="Text Placeholder 5"/>
          <p:cNvSpPr>
            <a:spLocks noGrp="1"/>
          </p:cNvSpPr>
          <p:nvPr>
            <p:ph type="body" sz="quarter" idx="20" hasCustomPrompt="1"/>
          </p:nvPr>
        </p:nvSpPr>
        <p:spPr>
          <a:xfrm>
            <a:off x="614892" y="7258044"/>
            <a:ext cx="6700308" cy="450228"/>
          </a:xfrm>
          <a:prstGeom prst="rect">
            <a:avLst/>
          </a:prstGeom>
          <a:noFill/>
        </p:spPr>
        <p:txBody>
          <a:bodyPr wrap="square" lIns="52249" tIns="52249" rIns="52249" bIns="52249" anchor="ctr" anchorCtr="0">
            <a:spAutoFit/>
          </a:bodyPr>
          <a:lstStyle>
            <a:lvl1pPr marL="0" indent="0" algn="ctr">
              <a:buNone/>
              <a:defRPr sz="2240" b="1" u="sng" baseline="0">
                <a:solidFill>
                  <a:schemeClr val="accent5">
                    <a:lumMod val="50000"/>
                  </a:schemeClr>
                </a:solidFill>
              </a:defRPr>
            </a:lvl1pPr>
          </a:lstStyle>
          <a:p>
            <a:pPr lvl="0"/>
            <a:r>
              <a:rPr lang="en-US" dirty="0"/>
              <a:t>(click to edit)  OBJECTIVES</a:t>
            </a:r>
          </a:p>
        </p:txBody>
      </p:sp>
      <p:sp>
        <p:nvSpPr>
          <p:cNvPr id="21" name="Text Placeholder 3"/>
          <p:cNvSpPr>
            <a:spLocks noGrp="1"/>
          </p:cNvSpPr>
          <p:nvPr>
            <p:ph type="body" sz="quarter" idx="21" hasCustomPrompt="1"/>
          </p:nvPr>
        </p:nvSpPr>
        <p:spPr>
          <a:xfrm>
            <a:off x="7724777" y="3063162"/>
            <a:ext cx="6699249" cy="493538"/>
          </a:xfrm>
          <a:prstGeom prst="rect">
            <a:avLst/>
          </a:prstGeom>
        </p:spPr>
        <p:txBody>
          <a:bodyPr wrap="square" lIns="130622" tIns="130622" rIns="130622" bIns="130622">
            <a:spAutoFit/>
          </a:bodyPr>
          <a:lstStyle>
            <a:lvl1pPr marL="0" indent="0">
              <a:buNone/>
              <a:defRPr sz="1493">
                <a:solidFill>
                  <a:schemeClr val="accent5">
                    <a:lumMod val="50000"/>
                  </a:schemeClr>
                </a:solidFill>
                <a:latin typeface="Times New Roman" panose="02020603050405020304" pitchFamily="18" charset="0"/>
                <a:cs typeface="Times New Roman" panose="02020603050405020304" pitchFamily="18" charset="0"/>
              </a:defRPr>
            </a:lvl1pPr>
            <a:lvl2pPr marL="905674" indent="-348336">
              <a:defRPr sz="1493">
                <a:latin typeface="Trebuchet MS" pitchFamily="34" charset="0"/>
              </a:defRPr>
            </a:lvl2pPr>
            <a:lvl3pPr marL="1254010" indent="-348336">
              <a:defRPr sz="1493">
                <a:latin typeface="Trebuchet MS" pitchFamily="34" charset="0"/>
              </a:defRPr>
            </a:lvl3pPr>
            <a:lvl4pPr marL="1637181" indent="-383170">
              <a:defRPr sz="1493">
                <a:latin typeface="Trebuchet MS" pitchFamily="34" charset="0"/>
              </a:defRPr>
            </a:lvl4pPr>
            <a:lvl5pPr marL="1915850" indent="-278669">
              <a:defRPr sz="1493">
                <a:latin typeface="Trebuchet MS" pitchFamily="34" charset="0"/>
              </a:defRPr>
            </a:lvl5pPr>
          </a:lstStyle>
          <a:p>
            <a:pPr lvl="0"/>
            <a:r>
              <a:rPr lang="en-US" dirty="0"/>
              <a:t>Type in or paste your text here</a:t>
            </a:r>
          </a:p>
        </p:txBody>
      </p:sp>
      <p:sp>
        <p:nvSpPr>
          <p:cNvPr id="22" name="Text Placeholder 5"/>
          <p:cNvSpPr>
            <a:spLocks noGrp="1"/>
          </p:cNvSpPr>
          <p:nvPr>
            <p:ph type="body" sz="quarter" idx="22" hasCustomPrompt="1"/>
          </p:nvPr>
        </p:nvSpPr>
        <p:spPr>
          <a:xfrm>
            <a:off x="7724776" y="2638448"/>
            <a:ext cx="6699250" cy="450228"/>
          </a:xfrm>
          <a:prstGeom prst="rect">
            <a:avLst/>
          </a:prstGeom>
          <a:noFill/>
        </p:spPr>
        <p:txBody>
          <a:bodyPr lIns="52249" tIns="52249" rIns="52249" bIns="52249" anchor="ctr" anchorCtr="0">
            <a:spAutoFit/>
          </a:bodyPr>
          <a:lstStyle>
            <a:lvl1pPr marL="0" indent="0" algn="ctr">
              <a:buNone/>
              <a:defRPr sz="2240" b="1" u="sng" baseline="0">
                <a:solidFill>
                  <a:schemeClr val="accent5">
                    <a:lumMod val="50000"/>
                  </a:schemeClr>
                </a:solidFill>
              </a:defRPr>
            </a:lvl1pPr>
          </a:lstStyle>
          <a:p>
            <a:pPr lvl="0"/>
            <a:r>
              <a:rPr lang="en-US" dirty="0"/>
              <a:t>(click to edit)  MATERIALS &amp; METHODS</a:t>
            </a:r>
          </a:p>
        </p:txBody>
      </p:sp>
      <p:sp>
        <p:nvSpPr>
          <p:cNvPr id="23" name="Text Placeholder 3"/>
          <p:cNvSpPr>
            <a:spLocks noGrp="1"/>
          </p:cNvSpPr>
          <p:nvPr>
            <p:ph type="body" sz="quarter" idx="23" hasCustomPrompt="1"/>
          </p:nvPr>
        </p:nvSpPr>
        <p:spPr>
          <a:xfrm>
            <a:off x="14838893" y="3063162"/>
            <a:ext cx="6699249" cy="493538"/>
          </a:xfrm>
          <a:prstGeom prst="rect">
            <a:avLst/>
          </a:prstGeom>
        </p:spPr>
        <p:txBody>
          <a:bodyPr wrap="square" lIns="130622" tIns="130622" rIns="130622" bIns="130622">
            <a:spAutoFit/>
          </a:bodyPr>
          <a:lstStyle>
            <a:lvl1pPr marL="0" indent="0">
              <a:buNone/>
              <a:defRPr sz="1493">
                <a:solidFill>
                  <a:schemeClr val="accent5">
                    <a:lumMod val="50000"/>
                  </a:schemeClr>
                </a:solidFill>
                <a:latin typeface="Times New Roman" panose="02020603050405020304" pitchFamily="18" charset="0"/>
                <a:cs typeface="Times New Roman" panose="02020603050405020304" pitchFamily="18" charset="0"/>
              </a:defRPr>
            </a:lvl1pPr>
            <a:lvl2pPr marL="905674" indent="-348336">
              <a:defRPr sz="1493">
                <a:latin typeface="Trebuchet MS" pitchFamily="34" charset="0"/>
              </a:defRPr>
            </a:lvl2pPr>
            <a:lvl3pPr marL="1254010" indent="-348336">
              <a:defRPr sz="1493">
                <a:latin typeface="Trebuchet MS" pitchFamily="34" charset="0"/>
              </a:defRPr>
            </a:lvl3pPr>
            <a:lvl4pPr marL="1637181" indent="-383170">
              <a:defRPr sz="1493">
                <a:latin typeface="Trebuchet MS" pitchFamily="34" charset="0"/>
              </a:defRPr>
            </a:lvl4pPr>
            <a:lvl5pPr marL="1915850" indent="-278669">
              <a:defRPr sz="1493">
                <a:latin typeface="Trebuchet MS" pitchFamily="34" charset="0"/>
              </a:defRPr>
            </a:lvl5pPr>
          </a:lstStyle>
          <a:p>
            <a:pPr lvl="0"/>
            <a:r>
              <a:rPr lang="en-US" dirty="0"/>
              <a:t>Type in or paste your text here</a:t>
            </a:r>
          </a:p>
        </p:txBody>
      </p:sp>
      <p:sp>
        <p:nvSpPr>
          <p:cNvPr id="24" name="Text Placeholder 5"/>
          <p:cNvSpPr>
            <a:spLocks noGrp="1"/>
          </p:cNvSpPr>
          <p:nvPr>
            <p:ph type="body" sz="quarter" idx="24" hasCustomPrompt="1"/>
          </p:nvPr>
        </p:nvSpPr>
        <p:spPr>
          <a:xfrm>
            <a:off x="14833600" y="2638448"/>
            <a:ext cx="6705600" cy="450228"/>
          </a:xfrm>
          <a:prstGeom prst="rect">
            <a:avLst/>
          </a:prstGeom>
          <a:noFill/>
        </p:spPr>
        <p:txBody>
          <a:bodyPr lIns="52249" tIns="52249" rIns="52249" bIns="52249" anchor="ctr" anchorCtr="0">
            <a:spAutoFit/>
          </a:bodyPr>
          <a:lstStyle>
            <a:lvl1pPr marL="0" indent="0" algn="ctr">
              <a:buNone/>
              <a:defRPr sz="2240" b="1" u="sng" baseline="0">
                <a:solidFill>
                  <a:schemeClr val="accent5">
                    <a:lumMod val="50000"/>
                  </a:schemeClr>
                </a:solidFill>
              </a:defRPr>
            </a:lvl1pPr>
          </a:lstStyle>
          <a:p>
            <a:pPr lvl="0"/>
            <a:r>
              <a:rPr lang="en-US" dirty="0"/>
              <a:t>(click to edit)  RESULTS</a:t>
            </a:r>
          </a:p>
        </p:txBody>
      </p:sp>
      <p:sp>
        <p:nvSpPr>
          <p:cNvPr id="25" name="Text Placeholder 5"/>
          <p:cNvSpPr>
            <a:spLocks noGrp="1"/>
          </p:cNvSpPr>
          <p:nvPr>
            <p:ph type="body" sz="quarter" idx="25" hasCustomPrompt="1"/>
          </p:nvPr>
        </p:nvSpPr>
        <p:spPr>
          <a:xfrm>
            <a:off x="21947716" y="2638448"/>
            <a:ext cx="6698012" cy="450228"/>
          </a:xfrm>
          <a:prstGeom prst="rect">
            <a:avLst/>
          </a:prstGeom>
          <a:noFill/>
        </p:spPr>
        <p:txBody>
          <a:bodyPr wrap="square" lIns="52249" tIns="52249" rIns="52249" bIns="52249" anchor="ctr" anchorCtr="0">
            <a:spAutoFit/>
          </a:bodyPr>
          <a:lstStyle>
            <a:lvl1pPr marL="0" indent="0" algn="ctr">
              <a:buNone/>
              <a:defRPr sz="2240" b="1" u="sng" baseline="0">
                <a:solidFill>
                  <a:schemeClr val="accent5">
                    <a:lumMod val="50000"/>
                  </a:schemeClr>
                </a:solidFill>
              </a:defRPr>
            </a:lvl1pPr>
          </a:lstStyle>
          <a:p>
            <a:pPr lvl="0"/>
            <a:r>
              <a:rPr lang="en-US" dirty="0"/>
              <a:t>(click to edit)  CONCLUSIONS</a:t>
            </a:r>
          </a:p>
        </p:txBody>
      </p:sp>
      <p:sp>
        <p:nvSpPr>
          <p:cNvPr id="26" name="Text Placeholder 3"/>
          <p:cNvSpPr>
            <a:spLocks noGrp="1"/>
          </p:cNvSpPr>
          <p:nvPr>
            <p:ph type="body" sz="quarter" idx="26" hasCustomPrompt="1"/>
          </p:nvPr>
        </p:nvSpPr>
        <p:spPr>
          <a:xfrm>
            <a:off x="21947716" y="3063162"/>
            <a:ext cx="6698012" cy="493538"/>
          </a:xfrm>
          <a:prstGeom prst="rect">
            <a:avLst/>
          </a:prstGeom>
        </p:spPr>
        <p:txBody>
          <a:bodyPr wrap="square" lIns="130622" tIns="130622" rIns="130622" bIns="130622">
            <a:spAutoFit/>
          </a:bodyPr>
          <a:lstStyle>
            <a:lvl1pPr marL="0" indent="0">
              <a:buNone/>
              <a:defRPr sz="1493">
                <a:solidFill>
                  <a:schemeClr val="accent5">
                    <a:lumMod val="50000"/>
                  </a:schemeClr>
                </a:solidFill>
                <a:latin typeface="Times New Roman" panose="02020603050405020304" pitchFamily="18" charset="0"/>
                <a:cs typeface="Times New Roman" panose="02020603050405020304" pitchFamily="18" charset="0"/>
              </a:defRPr>
            </a:lvl1pPr>
            <a:lvl2pPr marL="905674" indent="-348336">
              <a:defRPr sz="1493">
                <a:latin typeface="Trebuchet MS" pitchFamily="34" charset="0"/>
              </a:defRPr>
            </a:lvl2pPr>
            <a:lvl3pPr marL="1254010" indent="-348336">
              <a:defRPr sz="1493">
                <a:latin typeface="Trebuchet MS" pitchFamily="34" charset="0"/>
              </a:defRPr>
            </a:lvl3pPr>
            <a:lvl4pPr marL="1637181" indent="-383170">
              <a:defRPr sz="1493">
                <a:latin typeface="Trebuchet MS" pitchFamily="34" charset="0"/>
              </a:defRPr>
            </a:lvl4pPr>
            <a:lvl5pPr marL="1915850" indent="-278669">
              <a:defRPr sz="1493">
                <a:latin typeface="Trebuchet MS" pitchFamily="34" charset="0"/>
              </a:defRPr>
            </a:lvl5pPr>
          </a:lstStyle>
          <a:p>
            <a:pPr lvl="0"/>
            <a:r>
              <a:rPr lang="en-US" dirty="0"/>
              <a:t>Type in or paste your text here</a:t>
            </a:r>
          </a:p>
        </p:txBody>
      </p:sp>
      <p:sp>
        <p:nvSpPr>
          <p:cNvPr id="27" name="Text Placeholder 5"/>
          <p:cNvSpPr>
            <a:spLocks noGrp="1"/>
          </p:cNvSpPr>
          <p:nvPr>
            <p:ph type="body" sz="quarter" idx="27" hasCustomPrompt="1"/>
          </p:nvPr>
        </p:nvSpPr>
        <p:spPr>
          <a:xfrm>
            <a:off x="21947716" y="7288156"/>
            <a:ext cx="6698012" cy="450228"/>
          </a:xfrm>
          <a:prstGeom prst="rect">
            <a:avLst/>
          </a:prstGeom>
          <a:noFill/>
        </p:spPr>
        <p:txBody>
          <a:bodyPr wrap="square" lIns="52249" tIns="52249" rIns="52249" bIns="52249" anchor="ctr" anchorCtr="0">
            <a:spAutoFit/>
          </a:bodyPr>
          <a:lstStyle>
            <a:lvl1pPr marL="0" indent="0" algn="ctr">
              <a:buNone/>
              <a:defRPr sz="2240" b="1" u="sng" baseline="0">
                <a:solidFill>
                  <a:schemeClr val="accent5">
                    <a:lumMod val="50000"/>
                  </a:schemeClr>
                </a:solidFill>
              </a:defRPr>
            </a:lvl1pPr>
          </a:lstStyle>
          <a:p>
            <a:pPr lvl="0"/>
            <a:r>
              <a:rPr lang="en-US" dirty="0"/>
              <a:t>(click to edit)  REFERENCES</a:t>
            </a:r>
          </a:p>
        </p:txBody>
      </p:sp>
      <p:sp>
        <p:nvSpPr>
          <p:cNvPr id="28" name="Text Placeholder 3"/>
          <p:cNvSpPr>
            <a:spLocks noGrp="1"/>
          </p:cNvSpPr>
          <p:nvPr>
            <p:ph type="body" sz="quarter" idx="28" hasCustomPrompt="1"/>
          </p:nvPr>
        </p:nvSpPr>
        <p:spPr>
          <a:xfrm>
            <a:off x="21946040" y="7749541"/>
            <a:ext cx="6701366" cy="493538"/>
          </a:xfrm>
          <a:prstGeom prst="rect">
            <a:avLst/>
          </a:prstGeom>
        </p:spPr>
        <p:txBody>
          <a:bodyPr wrap="square" lIns="130622" tIns="130622" rIns="130622" bIns="130622">
            <a:spAutoFit/>
          </a:bodyPr>
          <a:lstStyle>
            <a:lvl1pPr marL="0" indent="0">
              <a:buNone/>
              <a:defRPr sz="1493">
                <a:solidFill>
                  <a:schemeClr val="accent5">
                    <a:lumMod val="50000"/>
                  </a:schemeClr>
                </a:solidFill>
                <a:latin typeface="Times New Roman" panose="02020603050405020304" pitchFamily="18" charset="0"/>
                <a:cs typeface="Times New Roman" panose="02020603050405020304" pitchFamily="18" charset="0"/>
              </a:defRPr>
            </a:lvl1pPr>
            <a:lvl2pPr marL="905674" indent="-348336">
              <a:defRPr sz="1493">
                <a:latin typeface="Trebuchet MS" pitchFamily="34" charset="0"/>
              </a:defRPr>
            </a:lvl2pPr>
            <a:lvl3pPr marL="1254010" indent="-348336">
              <a:defRPr sz="1493">
                <a:latin typeface="Trebuchet MS" pitchFamily="34" charset="0"/>
              </a:defRPr>
            </a:lvl3pPr>
            <a:lvl4pPr marL="1637181" indent="-383170">
              <a:defRPr sz="1493">
                <a:latin typeface="Trebuchet MS" pitchFamily="34" charset="0"/>
              </a:defRPr>
            </a:lvl4pPr>
            <a:lvl5pPr marL="1915850" indent="-278669">
              <a:defRPr sz="1493">
                <a:latin typeface="Trebuchet MS" pitchFamily="34" charset="0"/>
              </a:defRPr>
            </a:lvl5pPr>
          </a:lstStyle>
          <a:p>
            <a:pPr lvl="0"/>
            <a:r>
              <a:rPr lang="en-US" dirty="0"/>
              <a:t>Type in or paste your text here</a:t>
            </a:r>
          </a:p>
        </p:txBody>
      </p:sp>
      <p:sp>
        <p:nvSpPr>
          <p:cNvPr id="29" name="Text Placeholder 5"/>
          <p:cNvSpPr>
            <a:spLocks noGrp="1"/>
          </p:cNvSpPr>
          <p:nvPr>
            <p:ph type="body" sz="quarter" idx="29" hasCustomPrompt="1"/>
          </p:nvPr>
        </p:nvSpPr>
        <p:spPr>
          <a:xfrm>
            <a:off x="21947716" y="12991488"/>
            <a:ext cx="6698012" cy="450228"/>
          </a:xfrm>
          <a:prstGeom prst="rect">
            <a:avLst/>
          </a:prstGeom>
          <a:noFill/>
        </p:spPr>
        <p:txBody>
          <a:bodyPr wrap="square" lIns="52249" tIns="52249" rIns="52249" bIns="52249" anchor="ctr" anchorCtr="0">
            <a:spAutoFit/>
          </a:bodyPr>
          <a:lstStyle>
            <a:lvl1pPr marL="0" indent="0" algn="ctr">
              <a:buNone/>
              <a:defRPr sz="2240" b="1" u="sng" baseline="0">
                <a:solidFill>
                  <a:schemeClr val="accent5">
                    <a:lumMod val="50000"/>
                  </a:schemeClr>
                </a:solidFill>
              </a:defRPr>
            </a:lvl1pPr>
          </a:lstStyle>
          <a:p>
            <a:pPr lvl="0"/>
            <a:r>
              <a:rPr lang="en-US" dirty="0"/>
              <a:t>(click to edit)  ACKNOWLEDGEMENTS  or  CONTACT</a:t>
            </a:r>
          </a:p>
        </p:txBody>
      </p:sp>
      <p:sp>
        <p:nvSpPr>
          <p:cNvPr id="30" name="Text Placeholder 3"/>
          <p:cNvSpPr>
            <a:spLocks noGrp="1"/>
          </p:cNvSpPr>
          <p:nvPr>
            <p:ph type="body" sz="quarter" idx="30" hasCustomPrompt="1"/>
          </p:nvPr>
        </p:nvSpPr>
        <p:spPr>
          <a:xfrm>
            <a:off x="21946040" y="13432553"/>
            <a:ext cx="6701366" cy="493538"/>
          </a:xfrm>
          <a:prstGeom prst="rect">
            <a:avLst/>
          </a:prstGeom>
        </p:spPr>
        <p:txBody>
          <a:bodyPr wrap="square" lIns="130622" tIns="130622" rIns="130622" bIns="130622">
            <a:spAutoFit/>
          </a:bodyPr>
          <a:lstStyle>
            <a:lvl1pPr marL="0" indent="0">
              <a:buNone/>
              <a:defRPr sz="1493">
                <a:solidFill>
                  <a:schemeClr val="accent5">
                    <a:lumMod val="50000"/>
                  </a:schemeClr>
                </a:solidFill>
                <a:latin typeface="Times New Roman" panose="02020603050405020304" pitchFamily="18" charset="0"/>
                <a:cs typeface="Times New Roman" panose="02020603050405020304" pitchFamily="18" charset="0"/>
              </a:defRPr>
            </a:lvl1pPr>
            <a:lvl2pPr marL="905674" indent="-348336">
              <a:defRPr sz="1493">
                <a:latin typeface="Trebuchet MS" pitchFamily="34" charset="0"/>
              </a:defRPr>
            </a:lvl2pPr>
            <a:lvl3pPr marL="1254010" indent="-348336">
              <a:defRPr sz="1493">
                <a:latin typeface="Trebuchet MS" pitchFamily="34" charset="0"/>
              </a:defRPr>
            </a:lvl3pPr>
            <a:lvl4pPr marL="1637181" indent="-383170">
              <a:defRPr sz="1493">
                <a:latin typeface="Trebuchet MS" pitchFamily="34" charset="0"/>
              </a:defRPr>
            </a:lvl4pPr>
            <a:lvl5pPr marL="1915850" indent="-278669">
              <a:defRPr sz="1493">
                <a:latin typeface="Trebuchet MS" pitchFamily="34" charset="0"/>
              </a:defRPr>
            </a:lvl5pPr>
          </a:lstStyle>
          <a:p>
            <a:pPr lvl="0"/>
            <a:r>
              <a:rPr lang="en-US" dirty="0"/>
              <a:t>Type in or paste your text here</a:t>
            </a:r>
          </a:p>
        </p:txBody>
      </p:sp>
      <p:sp>
        <p:nvSpPr>
          <p:cNvPr id="60" name="Text Placeholder 3"/>
          <p:cNvSpPr>
            <a:spLocks noGrp="1"/>
          </p:cNvSpPr>
          <p:nvPr>
            <p:ph type="body" sz="quarter" idx="96" hasCustomPrompt="1"/>
          </p:nvPr>
        </p:nvSpPr>
        <p:spPr>
          <a:xfrm>
            <a:off x="602790" y="7699296"/>
            <a:ext cx="6704542" cy="493538"/>
          </a:xfrm>
          <a:prstGeom prst="rect">
            <a:avLst/>
          </a:prstGeom>
        </p:spPr>
        <p:txBody>
          <a:bodyPr wrap="square" lIns="130622" tIns="130622" rIns="130622" bIns="130622">
            <a:spAutoFit/>
          </a:bodyPr>
          <a:lstStyle>
            <a:lvl1pPr marL="0" indent="0">
              <a:buNone/>
              <a:defRPr sz="1493">
                <a:solidFill>
                  <a:schemeClr val="accent5">
                    <a:lumMod val="50000"/>
                  </a:schemeClr>
                </a:solidFill>
                <a:latin typeface="Times New Roman" panose="02020603050405020304" pitchFamily="18" charset="0"/>
                <a:cs typeface="Times New Roman" panose="02020603050405020304" pitchFamily="18" charset="0"/>
              </a:defRPr>
            </a:lvl1pPr>
            <a:lvl2pPr marL="905674" indent="-348336">
              <a:defRPr sz="1493">
                <a:latin typeface="Trebuchet MS" pitchFamily="34" charset="0"/>
              </a:defRPr>
            </a:lvl2pPr>
            <a:lvl3pPr marL="1254010" indent="-348336">
              <a:defRPr sz="1493">
                <a:latin typeface="Trebuchet MS" pitchFamily="34" charset="0"/>
              </a:defRPr>
            </a:lvl3pPr>
            <a:lvl4pPr marL="1637181" indent="-383170">
              <a:defRPr sz="1493">
                <a:latin typeface="Trebuchet MS" pitchFamily="34" charset="0"/>
              </a:defRPr>
            </a:lvl4pPr>
            <a:lvl5pPr marL="1915850" indent="-278669">
              <a:defRPr sz="1493">
                <a:latin typeface="Trebuchet MS" pitchFamily="34" charset="0"/>
              </a:defRPr>
            </a:lvl5pPr>
          </a:lstStyle>
          <a:p>
            <a:pPr lvl="0"/>
            <a:r>
              <a:rPr lang="en-US" dirty="0"/>
              <a:t>Type in or paste your text here</a:t>
            </a:r>
          </a:p>
        </p:txBody>
      </p:sp>
      <p:sp>
        <p:nvSpPr>
          <p:cNvPr id="76" name="Text Placeholder 76"/>
          <p:cNvSpPr>
            <a:spLocks noGrp="1"/>
          </p:cNvSpPr>
          <p:nvPr>
            <p:ph type="body" sz="quarter" idx="150" hasCustomPrompt="1"/>
          </p:nvPr>
        </p:nvSpPr>
        <p:spPr>
          <a:xfrm>
            <a:off x="3906520" y="1078170"/>
            <a:ext cx="21447761" cy="598230"/>
          </a:xfrm>
          <a:prstGeom prst="rect">
            <a:avLst/>
          </a:prstGeom>
        </p:spPr>
        <p:txBody>
          <a:bodyPr>
            <a:normAutofit/>
          </a:bodyPr>
          <a:lstStyle>
            <a:lvl1pPr marL="0" indent="0" algn="ctr">
              <a:buFontTx/>
              <a:buNone/>
              <a:defRPr sz="3840">
                <a:solidFill>
                  <a:schemeClr val="accent5">
                    <a:lumMod val="50000"/>
                  </a:schemeClr>
                </a:solidFill>
              </a:defRPr>
            </a:lvl1pPr>
            <a:lvl2pPr>
              <a:buFontTx/>
              <a:buNone/>
              <a:defRPr sz="7680"/>
            </a:lvl2pPr>
            <a:lvl3pPr>
              <a:buFontTx/>
              <a:buNone/>
              <a:defRPr sz="7680"/>
            </a:lvl3pPr>
            <a:lvl4pPr>
              <a:buFontTx/>
              <a:buNone/>
              <a:defRPr sz="7680"/>
            </a:lvl4pPr>
            <a:lvl5pPr>
              <a:buFontTx/>
              <a:buNone/>
              <a:defRPr sz="7680"/>
            </a:lvl5pPr>
          </a:lstStyle>
          <a:p>
            <a:pPr lvl="0"/>
            <a:r>
              <a:rPr lang="en-US" dirty="0"/>
              <a:t>Click here to add authors</a:t>
            </a:r>
          </a:p>
        </p:txBody>
      </p:sp>
      <p:sp>
        <p:nvSpPr>
          <p:cNvPr id="77" name="Text Placeholder 76"/>
          <p:cNvSpPr>
            <a:spLocks noGrp="1"/>
          </p:cNvSpPr>
          <p:nvPr>
            <p:ph type="body" sz="quarter" idx="184" hasCustomPrompt="1"/>
          </p:nvPr>
        </p:nvSpPr>
        <p:spPr>
          <a:xfrm>
            <a:off x="3906520" y="1676400"/>
            <a:ext cx="21447761" cy="634555"/>
          </a:xfrm>
          <a:prstGeom prst="rect">
            <a:avLst/>
          </a:prstGeom>
        </p:spPr>
        <p:txBody>
          <a:bodyPr>
            <a:normAutofit/>
          </a:bodyPr>
          <a:lstStyle>
            <a:lvl1pPr marL="0" indent="0" algn="ctr">
              <a:buFontTx/>
              <a:buNone/>
              <a:defRPr sz="2987">
                <a:solidFill>
                  <a:schemeClr val="accent5">
                    <a:lumMod val="50000"/>
                  </a:schemeClr>
                </a:solidFill>
              </a:defRPr>
            </a:lvl1pPr>
            <a:lvl2pPr>
              <a:buFontTx/>
              <a:buNone/>
              <a:defRPr sz="7680"/>
            </a:lvl2pPr>
            <a:lvl3pPr>
              <a:buFontTx/>
              <a:buNone/>
              <a:defRPr sz="7680"/>
            </a:lvl3pPr>
            <a:lvl4pPr>
              <a:buFontTx/>
              <a:buNone/>
              <a:defRPr sz="7680"/>
            </a:lvl4pPr>
            <a:lvl5pPr>
              <a:buFontTx/>
              <a:buNone/>
              <a:defRPr sz="7680"/>
            </a:lvl5pPr>
          </a:lstStyle>
          <a:p>
            <a:pPr lvl="0"/>
            <a:r>
              <a:rPr lang="en-US" dirty="0"/>
              <a:t>Click here to add affiliations</a:t>
            </a:r>
          </a:p>
        </p:txBody>
      </p:sp>
      <p:sp>
        <p:nvSpPr>
          <p:cNvPr id="78" name="Text Placeholder 76"/>
          <p:cNvSpPr>
            <a:spLocks noGrp="1"/>
          </p:cNvSpPr>
          <p:nvPr>
            <p:ph type="body" sz="quarter" idx="185" hasCustomPrompt="1"/>
          </p:nvPr>
        </p:nvSpPr>
        <p:spPr>
          <a:xfrm>
            <a:off x="3906520" y="232386"/>
            <a:ext cx="21447761" cy="834414"/>
          </a:xfrm>
          <a:prstGeom prst="rect">
            <a:avLst/>
          </a:prstGeom>
        </p:spPr>
        <p:txBody>
          <a:bodyPr>
            <a:normAutofit/>
          </a:bodyPr>
          <a:lstStyle>
            <a:lvl1pPr marL="0" indent="0" algn="ctr">
              <a:buFontTx/>
              <a:buNone/>
              <a:defRPr sz="5120" b="1">
                <a:solidFill>
                  <a:schemeClr val="accent5">
                    <a:lumMod val="50000"/>
                  </a:schemeClr>
                </a:solidFill>
              </a:defRPr>
            </a:lvl1pPr>
            <a:lvl2pPr>
              <a:buFontTx/>
              <a:buNone/>
              <a:defRPr sz="7680"/>
            </a:lvl2pPr>
            <a:lvl3pPr>
              <a:buFontTx/>
              <a:buNone/>
              <a:defRPr sz="7680"/>
            </a:lvl3pPr>
            <a:lvl4pPr>
              <a:buFontTx/>
              <a:buNone/>
              <a:defRPr sz="7680"/>
            </a:lvl4pPr>
            <a:lvl5pPr>
              <a:buFontTx/>
              <a:buNone/>
              <a:defRPr sz="7680"/>
            </a:lvl5pPr>
          </a:lstStyle>
          <a:p>
            <a:pPr lvl="0"/>
            <a:r>
              <a:rPr lang="en-US" dirty="0"/>
              <a:t>Click here to add title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Without Quick Guides">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a:xfrm>
            <a:off x="602790" y="3063162"/>
            <a:ext cx="6704542" cy="493538"/>
          </a:xfrm>
          <a:prstGeom prst="rect">
            <a:avLst/>
          </a:prstGeom>
        </p:spPr>
        <p:txBody>
          <a:bodyPr wrap="square" lIns="130622" tIns="130622" rIns="130622" bIns="130622">
            <a:spAutoFit/>
          </a:bodyPr>
          <a:lstStyle>
            <a:lvl1pPr marL="0" indent="0">
              <a:buNone/>
              <a:defRPr sz="1493">
                <a:solidFill>
                  <a:schemeClr val="accent5">
                    <a:lumMod val="50000"/>
                  </a:schemeClr>
                </a:solidFill>
                <a:latin typeface="Times New Roman" panose="02020603050405020304" pitchFamily="18" charset="0"/>
                <a:cs typeface="Times New Roman" panose="02020603050405020304" pitchFamily="18" charset="0"/>
              </a:defRPr>
            </a:lvl1pPr>
            <a:lvl2pPr marL="905674" indent="-348336">
              <a:defRPr sz="1493">
                <a:latin typeface="Trebuchet MS" pitchFamily="34" charset="0"/>
              </a:defRPr>
            </a:lvl2pPr>
            <a:lvl3pPr marL="1254010" indent="-348336">
              <a:defRPr sz="1493">
                <a:latin typeface="Trebuchet MS" pitchFamily="34" charset="0"/>
              </a:defRPr>
            </a:lvl3pPr>
            <a:lvl4pPr marL="1637181" indent="-383170">
              <a:defRPr sz="1493">
                <a:latin typeface="Trebuchet MS" pitchFamily="34" charset="0"/>
              </a:defRPr>
            </a:lvl4pPr>
            <a:lvl5pPr marL="1915850" indent="-278669">
              <a:defRPr sz="1493">
                <a:latin typeface="Trebuchet MS" pitchFamily="34" charset="0"/>
              </a:defRPr>
            </a:lvl5pPr>
          </a:lstStyle>
          <a:p>
            <a:pPr lvl="0"/>
            <a:r>
              <a:rPr lang="en-US" dirty="0"/>
              <a:t>Type in or paste your text here</a:t>
            </a:r>
          </a:p>
        </p:txBody>
      </p:sp>
      <p:sp>
        <p:nvSpPr>
          <p:cNvPr id="6" name="Text Placeholder 5"/>
          <p:cNvSpPr>
            <a:spLocks noGrp="1"/>
          </p:cNvSpPr>
          <p:nvPr>
            <p:ph type="body" sz="quarter" idx="11" hasCustomPrompt="1"/>
          </p:nvPr>
        </p:nvSpPr>
        <p:spPr>
          <a:xfrm>
            <a:off x="614892" y="2638448"/>
            <a:ext cx="6699250" cy="450228"/>
          </a:xfrm>
          <a:prstGeom prst="rect">
            <a:avLst/>
          </a:prstGeom>
          <a:noFill/>
        </p:spPr>
        <p:txBody>
          <a:bodyPr lIns="52249" tIns="52249" rIns="52249" bIns="52249" anchor="ctr" anchorCtr="0">
            <a:spAutoFit/>
          </a:bodyPr>
          <a:lstStyle>
            <a:lvl1pPr marL="0" indent="0" algn="ctr">
              <a:buNone/>
              <a:defRPr sz="2240" b="1" u="sng" baseline="0">
                <a:solidFill>
                  <a:schemeClr val="accent5">
                    <a:lumMod val="50000"/>
                  </a:schemeClr>
                </a:solidFill>
              </a:defRPr>
            </a:lvl1pPr>
          </a:lstStyle>
          <a:p>
            <a:pPr lvl="0"/>
            <a:r>
              <a:rPr lang="en-US" dirty="0"/>
              <a:t>(click to edit) INTRODUCTION or ABSTRACT</a:t>
            </a:r>
          </a:p>
        </p:txBody>
      </p:sp>
      <p:sp>
        <p:nvSpPr>
          <p:cNvPr id="20" name="Text Placeholder 5"/>
          <p:cNvSpPr>
            <a:spLocks noGrp="1"/>
          </p:cNvSpPr>
          <p:nvPr>
            <p:ph type="body" sz="quarter" idx="20" hasCustomPrompt="1"/>
          </p:nvPr>
        </p:nvSpPr>
        <p:spPr>
          <a:xfrm>
            <a:off x="614892" y="7258044"/>
            <a:ext cx="6700308" cy="450228"/>
          </a:xfrm>
          <a:prstGeom prst="rect">
            <a:avLst/>
          </a:prstGeom>
          <a:noFill/>
        </p:spPr>
        <p:txBody>
          <a:bodyPr wrap="square" lIns="52249" tIns="52249" rIns="52249" bIns="52249" anchor="ctr" anchorCtr="0">
            <a:spAutoFit/>
          </a:bodyPr>
          <a:lstStyle>
            <a:lvl1pPr marL="0" indent="0" algn="ctr">
              <a:buNone/>
              <a:defRPr sz="2240" b="1" u="sng" baseline="0">
                <a:solidFill>
                  <a:schemeClr val="accent5">
                    <a:lumMod val="50000"/>
                  </a:schemeClr>
                </a:solidFill>
              </a:defRPr>
            </a:lvl1pPr>
          </a:lstStyle>
          <a:p>
            <a:pPr lvl="0"/>
            <a:r>
              <a:rPr lang="en-US" dirty="0"/>
              <a:t>(click to edit)  OBJECTIVES</a:t>
            </a:r>
          </a:p>
        </p:txBody>
      </p:sp>
      <p:sp>
        <p:nvSpPr>
          <p:cNvPr id="21" name="Text Placeholder 3"/>
          <p:cNvSpPr>
            <a:spLocks noGrp="1"/>
          </p:cNvSpPr>
          <p:nvPr>
            <p:ph type="body" sz="quarter" idx="21" hasCustomPrompt="1"/>
          </p:nvPr>
        </p:nvSpPr>
        <p:spPr>
          <a:xfrm>
            <a:off x="7724777" y="3063162"/>
            <a:ext cx="6699249" cy="493538"/>
          </a:xfrm>
          <a:prstGeom prst="rect">
            <a:avLst/>
          </a:prstGeom>
        </p:spPr>
        <p:txBody>
          <a:bodyPr wrap="square" lIns="130622" tIns="130622" rIns="130622" bIns="130622">
            <a:spAutoFit/>
          </a:bodyPr>
          <a:lstStyle>
            <a:lvl1pPr marL="0" indent="0">
              <a:buNone/>
              <a:defRPr sz="1493">
                <a:solidFill>
                  <a:schemeClr val="accent5">
                    <a:lumMod val="50000"/>
                  </a:schemeClr>
                </a:solidFill>
                <a:latin typeface="Times New Roman" panose="02020603050405020304" pitchFamily="18" charset="0"/>
                <a:cs typeface="Times New Roman" panose="02020603050405020304" pitchFamily="18" charset="0"/>
              </a:defRPr>
            </a:lvl1pPr>
            <a:lvl2pPr marL="905674" indent="-348336">
              <a:defRPr sz="1493">
                <a:latin typeface="Trebuchet MS" pitchFamily="34" charset="0"/>
              </a:defRPr>
            </a:lvl2pPr>
            <a:lvl3pPr marL="1254010" indent="-348336">
              <a:defRPr sz="1493">
                <a:latin typeface="Trebuchet MS" pitchFamily="34" charset="0"/>
              </a:defRPr>
            </a:lvl3pPr>
            <a:lvl4pPr marL="1637181" indent="-383170">
              <a:defRPr sz="1493">
                <a:latin typeface="Trebuchet MS" pitchFamily="34" charset="0"/>
              </a:defRPr>
            </a:lvl4pPr>
            <a:lvl5pPr marL="1915850" indent="-278669">
              <a:defRPr sz="1493">
                <a:latin typeface="Trebuchet MS" pitchFamily="34" charset="0"/>
              </a:defRPr>
            </a:lvl5pPr>
          </a:lstStyle>
          <a:p>
            <a:pPr lvl="0"/>
            <a:r>
              <a:rPr lang="en-US" dirty="0"/>
              <a:t>Type in or paste your text here</a:t>
            </a:r>
          </a:p>
        </p:txBody>
      </p:sp>
      <p:sp>
        <p:nvSpPr>
          <p:cNvPr id="22" name="Text Placeholder 5"/>
          <p:cNvSpPr>
            <a:spLocks noGrp="1"/>
          </p:cNvSpPr>
          <p:nvPr>
            <p:ph type="body" sz="quarter" idx="22" hasCustomPrompt="1"/>
          </p:nvPr>
        </p:nvSpPr>
        <p:spPr>
          <a:xfrm>
            <a:off x="7724776" y="2638448"/>
            <a:ext cx="6699250" cy="450228"/>
          </a:xfrm>
          <a:prstGeom prst="rect">
            <a:avLst/>
          </a:prstGeom>
          <a:noFill/>
        </p:spPr>
        <p:txBody>
          <a:bodyPr lIns="52249" tIns="52249" rIns="52249" bIns="52249" anchor="ctr" anchorCtr="0">
            <a:spAutoFit/>
          </a:bodyPr>
          <a:lstStyle>
            <a:lvl1pPr marL="0" indent="0" algn="ctr">
              <a:buNone/>
              <a:defRPr sz="2240" b="1" u="sng" baseline="0">
                <a:solidFill>
                  <a:schemeClr val="accent5">
                    <a:lumMod val="50000"/>
                  </a:schemeClr>
                </a:solidFill>
              </a:defRPr>
            </a:lvl1pPr>
          </a:lstStyle>
          <a:p>
            <a:pPr lvl="0"/>
            <a:r>
              <a:rPr lang="en-US" dirty="0"/>
              <a:t>(click to edit)  MATERIALS &amp; METHODS</a:t>
            </a:r>
          </a:p>
        </p:txBody>
      </p:sp>
      <p:sp>
        <p:nvSpPr>
          <p:cNvPr id="23" name="Text Placeholder 3"/>
          <p:cNvSpPr>
            <a:spLocks noGrp="1"/>
          </p:cNvSpPr>
          <p:nvPr>
            <p:ph type="body" sz="quarter" idx="23" hasCustomPrompt="1"/>
          </p:nvPr>
        </p:nvSpPr>
        <p:spPr>
          <a:xfrm>
            <a:off x="14838893" y="3063162"/>
            <a:ext cx="6699249" cy="493538"/>
          </a:xfrm>
          <a:prstGeom prst="rect">
            <a:avLst/>
          </a:prstGeom>
        </p:spPr>
        <p:txBody>
          <a:bodyPr wrap="square" lIns="130622" tIns="130622" rIns="130622" bIns="130622">
            <a:spAutoFit/>
          </a:bodyPr>
          <a:lstStyle>
            <a:lvl1pPr marL="0" indent="0">
              <a:buNone/>
              <a:defRPr sz="1493">
                <a:solidFill>
                  <a:schemeClr val="accent5">
                    <a:lumMod val="50000"/>
                  </a:schemeClr>
                </a:solidFill>
                <a:latin typeface="Times New Roman" panose="02020603050405020304" pitchFamily="18" charset="0"/>
                <a:cs typeface="Times New Roman" panose="02020603050405020304" pitchFamily="18" charset="0"/>
              </a:defRPr>
            </a:lvl1pPr>
            <a:lvl2pPr marL="905674" indent="-348336">
              <a:defRPr sz="1493">
                <a:latin typeface="Trebuchet MS" pitchFamily="34" charset="0"/>
              </a:defRPr>
            </a:lvl2pPr>
            <a:lvl3pPr marL="1254010" indent="-348336">
              <a:defRPr sz="1493">
                <a:latin typeface="Trebuchet MS" pitchFamily="34" charset="0"/>
              </a:defRPr>
            </a:lvl3pPr>
            <a:lvl4pPr marL="1637181" indent="-383170">
              <a:defRPr sz="1493">
                <a:latin typeface="Trebuchet MS" pitchFamily="34" charset="0"/>
              </a:defRPr>
            </a:lvl4pPr>
            <a:lvl5pPr marL="1915850" indent="-278669">
              <a:defRPr sz="1493">
                <a:latin typeface="Trebuchet MS" pitchFamily="34" charset="0"/>
              </a:defRPr>
            </a:lvl5pPr>
          </a:lstStyle>
          <a:p>
            <a:pPr lvl="0"/>
            <a:r>
              <a:rPr lang="en-US" dirty="0"/>
              <a:t>Type in or paste your text here</a:t>
            </a:r>
          </a:p>
        </p:txBody>
      </p:sp>
      <p:sp>
        <p:nvSpPr>
          <p:cNvPr id="24" name="Text Placeholder 5"/>
          <p:cNvSpPr>
            <a:spLocks noGrp="1"/>
          </p:cNvSpPr>
          <p:nvPr>
            <p:ph type="body" sz="quarter" idx="24" hasCustomPrompt="1"/>
          </p:nvPr>
        </p:nvSpPr>
        <p:spPr>
          <a:xfrm>
            <a:off x="14833600" y="2638448"/>
            <a:ext cx="6705600" cy="450228"/>
          </a:xfrm>
          <a:prstGeom prst="rect">
            <a:avLst/>
          </a:prstGeom>
          <a:noFill/>
        </p:spPr>
        <p:txBody>
          <a:bodyPr lIns="52249" tIns="52249" rIns="52249" bIns="52249" anchor="ctr" anchorCtr="0">
            <a:spAutoFit/>
          </a:bodyPr>
          <a:lstStyle>
            <a:lvl1pPr marL="0" indent="0" algn="ctr">
              <a:buNone/>
              <a:defRPr sz="2240" b="1" u="sng" baseline="0">
                <a:solidFill>
                  <a:schemeClr val="accent5">
                    <a:lumMod val="50000"/>
                  </a:schemeClr>
                </a:solidFill>
              </a:defRPr>
            </a:lvl1pPr>
          </a:lstStyle>
          <a:p>
            <a:pPr lvl="0"/>
            <a:r>
              <a:rPr lang="en-US" dirty="0"/>
              <a:t>(click to edit)  RESULTS</a:t>
            </a:r>
          </a:p>
        </p:txBody>
      </p:sp>
      <p:sp>
        <p:nvSpPr>
          <p:cNvPr id="25" name="Text Placeholder 5"/>
          <p:cNvSpPr>
            <a:spLocks noGrp="1"/>
          </p:cNvSpPr>
          <p:nvPr>
            <p:ph type="body" sz="quarter" idx="25" hasCustomPrompt="1"/>
          </p:nvPr>
        </p:nvSpPr>
        <p:spPr>
          <a:xfrm>
            <a:off x="21947716" y="2638448"/>
            <a:ext cx="6698012" cy="450228"/>
          </a:xfrm>
          <a:prstGeom prst="rect">
            <a:avLst/>
          </a:prstGeom>
          <a:noFill/>
        </p:spPr>
        <p:txBody>
          <a:bodyPr wrap="square" lIns="52249" tIns="52249" rIns="52249" bIns="52249" anchor="ctr" anchorCtr="0">
            <a:spAutoFit/>
          </a:bodyPr>
          <a:lstStyle>
            <a:lvl1pPr marL="0" indent="0" algn="ctr">
              <a:buNone/>
              <a:defRPr sz="2240" b="1" u="sng" baseline="0">
                <a:solidFill>
                  <a:schemeClr val="accent5">
                    <a:lumMod val="50000"/>
                  </a:schemeClr>
                </a:solidFill>
              </a:defRPr>
            </a:lvl1pPr>
          </a:lstStyle>
          <a:p>
            <a:pPr lvl="0"/>
            <a:r>
              <a:rPr lang="en-US" dirty="0"/>
              <a:t>(click to edit)  CONCLUSIONS</a:t>
            </a:r>
          </a:p>
        </p:txBody>
      </p:sp>
      <p:sp>
        <p:nvSpPr>
          <p:cNvPr id="26" name="Text Placeholder 3"/>
          <p:cNvSpPr>
            <a:spLocks noGrp="1"/>
          </p:cNvSpPr>
          <p:nvPr>
            <p:ph type="body" sz="quarter" idx="26" hasCustomPrompt="1"/>
          </p:nvPr>
        </p:nvSpPr>
        <p:spPr>
          <a:xfrm>
            <a:off x="21947716" y="3063162"/>
            <a:ext cx="6698012" cy="493538"/>
          </a:xfrm>
          <a:prstGeom prst="rect">
            <a:avLst/>
          </a:prstGeom>
        </p:spPr>
        <p:txBody>
          <a:bodyPr wrap="square" lIns="130622" tIns="130622" rIns="130622" bIns="130622">
            <a:spAutoFit/>
          </a:bodyPr>
          <a:lstStyle>
            <a:lvl1pPr marL="0" indent="0">
              <a:buNone/>
              <a:defRPr sz="1493">
                <a:solidFill>
                  <a:schemeClr val="accent5">
                    <a:lumMod val="50000"/>
                  </a:schemeClr>
                </a:solidFill>
                <a:latin typeface="Times New Roman" panose="02020603050405020304" pitchFamily="18" charset="0"/>
                <a:cs typeface="Times New Roman" panose="02020603050405020304" pitchFamily="18" charset="0"/>
              </a:defRPr>
            </a:lvl1pPr>
            <a:lvl2pPr marL="905674" indent="-348336">
              <a:defRPr sz="1493">
                <a:latin typeface="Trebuchet MS" pitchFamily="34" charset="0"/>
              </a:defRPr>
            </a:lvl2pPr>
            <a:lvl3pPr marL="1254010" indent="-348336">
              <a:defRPr sz="1493">
                <a:latin typeface="Trebuchet MS" pitchFamily="34" charset="0"/>
              </a:defRPr>
            </a:lvl3pPr>
            <a:lvl4pPr marL="1637181" indent="-383170">
              <a:defRPr sz="1493">
                <a:latin typeface="Trebuchet MS" pitchFamily="34" charset="0"/>
              </a:defRPr>
            </a:lvl4pPr>
            <a:lvl5pPr marL="1915850" indent="-278669">
              <a:defRPr sz="1493">
                <a:latin typeface="Trebuchet MS" pitchFamily="34" charset="0"/>
              </a:defRPr>
            </a:lvl5pPr>
          </a:lstStyle>
          <a:p>
            <a:pPr lvl="0"/>
            <a:r>
              <a:rPr lang="en-US" dirty="0"/>
              <a:t>Type in or paste your text here</a:t>
            </a:r>
          </a:p>
        </p:txBody>
      </p:sp>
      <p:sp>
        <p:nvSpPr>
          <p:cNvPr id="27" name="Text Placeholder 5"/>
          <p:cNvSpPr>
            <a:spLocks noGrp="1"/>
          </p:cNvSpPr>
          <p:nvPr>
            <p:ph type="body" sz="quarter" idx="27" hasCustomPrompt="1"/>
          </p:nvPr>
        </p:nvSpPr>
        <p:spPr>
          <a:xfrm>
            <a:off x="21947716" y="7288156"/>
            <a:ext cx="6698012" cy="450228"/>
          </a:xfrm>
          <a:prstGeom prst="rect">
            <a:avLst/>
          </a:prstGeom>
          <a:noFill/>
        </p:spPr>
        <p:txBody>
          <a:bodyPr wrap="square" lIns="52249" tIns="52249" rIns="52249" bIns="52249" anchor="ctr" anchorCtr="0">
            <a:spAutoFit/>
          </a:bodyPr>
          <a:lstStyle>
            <a:lvl1pPr marL="0" indent="0" algn="ctr">
              <a:buNone/>
              <a:defRPr sz="2240" b="1" u="sng" baseline="0">
                <a:solidFill>
                  <a:schemeClr val="accent5">
                    <a:lumMod val="50000"/>
                  </a:schemeClr>
                </a:solidFill>
              </a:defRPr>
            </a:lvl1pPr>
          </a:lstStyle>
          <a:p>
            <a:pPr lvl="0"/>
            <a:r>
              <a:rPr lang="en-US" dirty="0"/>
              <a:t>(click to edit)  REFERENCES</a:t>
            </a:r>
          </a:p>
        </p:txBody>
      </p:sp>
      <p:sp>
        <p:nvSpPr>
          <p:cNvPr id="28" name="Text Placeholder 3"/>
          <p:cNvSpPr>
            <a:spLocks noGrp="1"/>
          </p:cNvSpPr>
          <p:nvPr>
            <p:ph type="body" sz="quarter" idx="28" hasCustomPrompt="1"/>
          </p:nvPr>
        </p:nvSpPr>
        <p:spPr>
          <a:xfrm>
            <a:off x="21946040" y="7749541"/>
            <a:ext cx="6701366" cy="493538"/>
          </a:xfrm>
          <a:prstGeom prst="rect">
            <a:avLst/>
          </a:prstGeom>
        </p:spPr>
        <p:txBody>
          <a:bodyPr wrap="square" lIns="130622" tIns="130622" rIns="130622" bIns="130622">
            <a:spAutoFit/>
          </a:bodyPr>
          <a:lstStyle>
            <a:lvl1pPr marL="0" indent="0">
              <a:buNone/>
              <a:defRPr sz="1493">
                <a:solidFill>
                  <a:schemeClr val="accent5">
                    <a:lumMod val="50000"/>
                  </a:schemeClr>
                </a:solidFill>
                <a:latin typeface="Times New Roman" panose="02020603050405020304" pitchFamily="18" charset="0"/>
                <a:cs typeface="Times New Roman" panose="02020603050405020304" pitchFamily="18" charset="0"/>
              </a:defRPr>
            </a:lvl1pPr>
            <a:lvl2pPr marL="905674" indent="-348336">
              <a:defRPr sz="1493">
                <a:latin typeface="Trebuchet MS" pitchFamily="34" charset="0"/>
              </a:defRPr>
            </a:lvl2pPr>
            <a:lvl3pPr marL="1254010" indent="-348336">
              <a:defRPr sz="1493">
                <a:latin typeface="Trebuchet MS" pitchFamily="34" charset="0"/>
              </a:defRPr>
            </a:lvl3pPr>
            <a:lvl4pPr marL="1637181" indent="-383170">
              <a:defRPr sz="1493">
                <a:latin typeface="Trebuchet MS" pitchFamily="34" charset="0"/>
              </a:defRPr>
            </a:lvl4pPr>
            <a:lvl5pPr marL="1915850" indent="-278669">
              <a:defRPr sz="1493">
                <a:latin typeface="Trebuchet MS" pitchFamily="34" charset="0"/>
              </a:defRPr>
            </a:lvl5pPr>
          </a:lstStyle>
          <a:p>
            <a:pPr lvl="0"/>
            <a:r>
              <a:rPr lang="en-US" dirty="0"/>
              <a:t>Type in or paste your text here</a:t>
            </a:r>
          </a:p>
        </p:txBody>
      </p:sp>
      <p:sp>
        <p:nvSpPr>
          <p:cNvPr id="29" name="Text Placeholder 5"/>
          <p:cNvSpPr>
            <a:spLocks noGrp="1"/>
          </p:cNvSpPr>
          <p:nvPr>
            <p:ph type="body" sz="quarter" idx="29" hasCustomPrompt="1"/>
          </p:nvPr>
        </p:nvSpPr>
        <p:spPr>
          <a:xfrm>
            <a:off x="21947716" y="12991488"/>
            <a:ext cx="6698012" cy="450228"/>
          </a:xfrm>
          <a:prstGeom prst="rect">
            <a:avLst/>
          </a:prstGeom>
          <a:noFill/>
        </p:spPr>
        <p:txBody>
          <a:bodyPr wrap="square" lIns="52249" tIns="52249" rIns="52249" bIns="52249" anchor="ctr" anchorCtr="0">
            <a:spAutoFit/>
          </a:bodyPr>
          <a:lstStyle>
            <a:lvl1pPr marL="0" indent="0" algn="ctr">
              <a:buNone/>
              <a:defRPr sz="2240" b="1" u="sng" baseline="0">
                <a:solidFill>
                  <a:schemeClr val="accent5">
                    <a:lumMod val="50000"/>
                  </a:schemeClr>
                </a:solidFill>
              </a:defRPr>
            </a:lvl1pPr>
          </a:lstStyle>
          <a:p>
            <a:pPr lvl="0"/>
            <a:r>
              <a:rPr lang="en-US" dirty="0"/>
              <a:t>(click to edit)  ACKNOWLEDGEMENTS  or  CONTACT</a:t>
            </a:r>
          </a:p>
        </p:txBody>
      </p:sp>
      <p:sp>
        <p:nvSpPr>
          <p:cNvPr id="30" name="Text Placeholder 3"/>
          <p:cNvSpPr>
            <a:spLocks noGrp="1"/>
          </p:cNvSpPr>
          <p:nvPr>
            <p:ph type="body" sz="quarter" idx="30" hasCustomPrompt="1"/>
          </p:nvPr>
        </p:nvSpPr>
        <p:spPr>
          <a:xfrm>
            <a:off x="21946040" y="13432553"/>
            <a:ext cx="6701366" cy="493538"/>
          </a:xfrm>
          <a:prstGeom prst="rect">
            <a:avLst/>
          </a:prstGeom>
        </p:spPr>
        <p:txBody>
          <a:bodyPr wrap="square" lIns="130622" tIns="130622" rIns="130622" bIns="130622">
            <a:spAutoFit/>
          </a:bodyPr>
          <a:lstStyle>
            <a:lvl1pPr marL="0" indent="0">
              <a:buNone/>
              <a:defRPr sz="1493">
                <a:solidFill>
                  <a:schemeClr val="accent5">
                    <a:lumMod val="50000"/>
                  </a:schemeClr>
                </a:solidFill>
                <a:latin typeface="Times New Roman" panose="02020603050405020304" pitchFamily="18" charset="0"/>
                <a:cs typeface="Times New Roman" panose="02020603050405020304" pitchFamily="18" charset="0"/>
              </a:defRPr>
            </a:lvl1pPr>
            <a:lvl2pPr marL="905674" indent="-348336">
              <a:defRPr sz="1493">
                <a:latin typeface="Trebuchet MS" pitchFamily="34" charset="0"/>
              </a:defRPr>
            </a:lvl2pPr>
            <a:lvl3pPr marL="1254010" indent="-348336">
              <a:defRPr sz="1493">
                <a:latin typeface="Trebuchet MS" pitchFamily="34" charset="0"/>
              </a:defRPr>
            </a:lvl3pPr>
            <a:lvl4pPr marL="1637181" indent="-383170">
              <a:defRPr sz="1493">
                <a:latin typeface="Trebuchet MS" pitchFamily="34" charset="0"/>
              </a:defRPr>
            </a:lvl4pPr>
            <a:lvl5pPr marL="1915850" indent="-278669">
              <a:defRPr sz="1493">
                <a:latin typeface="Trebuchet MS" pitchFamily="34" charset="0"/>
              </a:defRPr>
            </a:lvl5pPr>
          </a:lstStyle>
          <a:p>
            <a:pPr lvl="0"/>
            <a:r>
              <a:rPr lang="en-US" dirty="0"/>
              <a:t>Type in or paste your text here</a:t>
            </a:r>
          </a:p>
        </p:txBody>
      </p:sp>
      <p:sp>
        <p:nvSpPr>
          <p:cNvPr id="60" name="Text Placeholder 3"/>
          <p:cNvSpPr>
            <a:spLocks noGrp="1"/>
          </p:cNvSpPr>
          <p:nvPr>
            <p:ph type="body" sz="quarter" idx="96" hasCustomPrompt="1"/>
          </p:nvPr>
        </p:nvSpPr>
        <p:spPr>
          <a:xfrm>
            <a:off x="602790" y="7699296"/>
            <a:ext cx="6704542" cy="493538"/>
          </a:xfrm>
          <a:prstGeom prst="rect">
            <a:avLst/>
          </a:prstGeom>
        </p:spPr>
        <p:txBody>
          <a:bodyPr wrap="square" lIns="130622" tIns="130622" rIns="130622" bIns="130622">
            <a:spAutoFit/>
          </a:bodyPr>
          <a:lstStyle>
            <a:lvl1pPr marL="0" indent="0">
              <a:buNone/>
              <a:defRPr sz="1493">
                <a:solidFill>
                  <a:schemeClr val="accent5">
                    <a:lumMod val="50000"/>
                  </a:schemeClr>
                </a:solidFill>
                <a:latin typeface="Times New Roman" panose="02020603050405020304" pitchFamily="18" charset="0"/>
                <a:cs typeface="Times New Roman" panose="02020603050405020304" pitchFamily="18" charset="0"/>
              </a:defRPr>
            </a:lvl1pPr>
            <a:lvl2pPr marL="905674" indent="-348336">
              <a:defRPr sz="1493">
                <a:latin typeface="Trebuchet MS" pitchFamily="34" charset="0"/>
              </a:defRPr>
            </a:lvl2pPr>
            <a:lvl3pPr marL="1254010" indent="-348336">
              <a:defRPr sz="1493">
                <a:latin typeface="Trebuchet MS" pitchFamily="34" charset="0"/>
              </a:defRPr>
            </a:lvl3pPr>
            <a:lvl4pPr marL="1637181" indent="-383170">
              <a:defRPr sz="1493">
                <a:latin typeface="Trebuchet MS" pitchFamily="34" charset="0"/>
              </a:defRPr>
            </a:lvl4pPr>
            <a:lvl5pPr marL="1915850" indent="-278669">
              <a:defRPr sz="1493">
                <a:latin typeface="Trebuchet MS" pitchFamily="34" charset="0"/>
              </a:defRPr>
            </a:lvl5pPr>
          </a:lstStyle>
          <a:p>
            <a:pPr lvl="0"/>
            <a:r>
              <a:rPr lang="en-US" dirty="0"/>
              <a:t>Type in or paste your text here</a:t>
            </a:r>
          </a:p>
        </p:txBody>
      </p:sp>
      <p:sp>
        <p:nvSpPr>
          <p:cNvPr id="76" name="Text Placeholder 76"/>
          <p:cNvSpPr>
            <a:spLocks noGrp="1"/>
          </p:cNvSpPr>
          <p:nvPr>
            <p:ph type="body" sz="quarter" idx="150" hasCustomPrompt="1"/>
          </p:nvPr>
        </p:nvSpPr>
        <p:spPr>
          <a:xfrm>
            <a:off x="3906520" y="1078170"/>
            <a:ext cx="21447761" cy="598230"/>
          </a:xfrm>
          <a:prstGeom prst="rect">
            <a:avLst/>
          </a:prstGeom>
        </p:spPr>
        <p:txBody>
          <a:bodyPr>
            <a:normAutofit/>
          </a:bodyPr>
          <a:lstStyle>
            <a:lvl1pPr marL="0" indent="0" algn="ctr">
              <a:buFontTx/>
              <a:buNone/>
              <a:defRPr sz="3840">
                <a:solidFill>
                  <a:schemeClr val="accent5">
                    <a:lumMod val="50000"/>
                  </a:schemeClr>
                </a:solidFill>
              </a:defRPr>
            </a:lvl1pPr>
            <a:lvl2pPr>
              <a:buFontTx/>
              <a:buNone/>
              <a:defRPr sz="7680"/>
            </a:lvl2pPr>
            <a:lvl3pPr>
              <a:buFontTx/>
              <a:buNone/>
              <a:defRPr sz="7680"/>
            </a:lvl3pPr>
            <a:lvl4pPr>
              <a:buFontTx/>
              <a:buNone/>
              <a:defRPr sz="7680"/>
            </a:lvl4pPr>
            <a:lvl5pPr>
              <a:buFontTx/>
              <a:buNone/>
              <a:defRPr sz="7680"/>
            </a:lvl5pPr>
          </a:lstStyle>
          <a:p>
            <a:pPr lvl="0"/>
            <a:r>
              <a:rPr lang="en-US" dirty="0"/>
              <a:t>Click here to add authors</a:t>
            </a:r>
          </a:p>
        </p:txBody>
      </p:sp>
      <p:sp>
        <p:nvSpPr>
          <p:cNvPr id="77" name="Text Placeholder 76"/>
          <p:cNvSpPr>
            <a:spLocks noGrp="1"/>
          </p:cNvSpPr>
          <p:nvPr>
            <p:ph type="body" sz="quarter" idx="184" hasCustomPrompt="1"/>
          </p:nvPr>
        </p:nvSpPr>
        <p:spPr>
          <a:xfrm>
            <a:off x="3906520" y="1676400"/>
            <a:ext cx="21447761" cy="634555"/>
          </a:xfrm>
          <a:prstGeom prst="rect">
            <a:avLst/>
          </a:prstGeom>
        </p:spPr>
        <p:txBody>
          <a:bodyPr>
            <a:normAutofit/>
          </a:bodyPr>
          <a:lstStyle>
            <a:lvl1pPr marL="0" indent="0" algn="ctr">
              <a:buFontTx/>
              <a:buNone/>
              <a:defRPr sz="2987">
                <a:solidFill>
                  <a:schemeClr val="accent5">
                    <a:lumMod val="50000"/>
                  </a:schemeClr>
                </a:solidFill>
              </a:defRPr>
            </a:lvl1pPr>
            <a:lvl2pPr>
              <a:buFontTx/>
              <a:buNone/>
              <a:defRPr sz="7680"/>
            </a:lvl2pPr>
            <a:lvl3pPr>
              <a:buFontTx/>
              <a:buNone/>
              <a:defRPr sz="7680"/>
            </a:lvl3pPr>
            <a:lvl4pPr>
              <a:buFontTx/>
              <a:buNone/>
              <a:defRPr sz="7680"/>
            </a:lvl4pPr>
            <a:lvl5pPr>
              <a:buFontTx/>
              <a:buNone/>
              <a:defRPr sz="7680"/>
            </a:lvl5pPr>
          </a:lstStyle>
          <a:p>
            <a:pPr lvl="0"/>
            <a:r>
              <a:rPr lang="en-US" dirty="0"/>
              <a:t>Click here to add affiliations</a:t>
            </a:r>
          </a:p>
        </p:txBody>
      </p:sp>
      <p:sp>
        <p:nvSpPr>
          <p:cNvPr id="78" name="Text Placeholder 76"/>
          <p:cNvSpPr>
            <a:spLocks noGrp="1"/>
          </p:cNvSpPr>
          <p:nvPr>
            <p:ph type="body" sz="quarter" idx="185" hasCustomPrompt="1"/>
          </p:nvPr>
        </p:nvSpPr>
        <p:spPr>
          <a:xfrm>
            <a:off x="3906520" y="232386"/>
            <a:ext cx="21447761" cy="834414"/>
          </a:xfrm>
          <a:prstGeom prst="rect">
            <a:avLst/>
          </a:prstGeom>
        </p:spPr>
        <p:txBody>
          <a:bodyPr>
            <a:normAutofit/>
          </a:bodyPr>
          <a:lstStyle>
            <a:lvl1pPr marL="0" indent="0" algn="ctr">
              <a:buFontTx/>
              <a:buNone/>
              <a:defRPr sz="5120" b="1">
                <a:solidFill>
                  <a:schemeClr val="accent5">
                    <a:lumMod val="50000"/>
                  </a:schemeClr>
                </a:solidFill>
              </a:defRPr>
            </a:lvl1pPr>
            <a:lvl2pPr>
              <a:buFontTx/>
              <a:buNone/>
              <a:defRPr sz="7680"/>
            </a:lvl2pPr>
            <a:lvl3pPr>
              <a:buFontTx/>
              <a:buNone/>
              <a:defRPr sz="7680"/>
            </a:lvl3pPr>
            <a:lvl4pPr>
              <a:buFontTx/>
              <a:buNone/>
              <a:defRPr sz="7680"/>
            </a:lvl4pPr>
            <a:lvl5pPr>
              <a:buFontTx/>
              <a:buNone/>
              <a:defRPr sz="7680"/>
            </a:lvl5pPr>
          </a:lstStyle>
          <a:p>
            <a:pPr lvl="0"/>
            <a:r>
              <a:rPr lang="en-US" dirty="0"/>
              <a:t>Click here to add title</a:t>
            </a:r>
          </a:p>
        </p:txBody>
      </p:sp>
    </p:spTree>
    <p:extLst>
      <p:ext uri="{BB962C8B-B14F-4D97-AF65-F5344CB8AC3E}">
        <p14:creationId xmlns:p14="http://schemas.microsoft.com/office/powerpoint/2010/main" val="723254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tandard 3 columns">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a:xfrm>
            <a:off x="602791" y="3063162"/>
            <a:ext cx="9060851" cy="493538"/>
          </a:xfrm>
          <a:prstGeom prst="rect">
            <a:avLst/>
          </a:prstGeom>
        </p:spPr>
        <p:txBody>
          <a:bodyPr wrap="square" lIns="130622" tIns="130622" rIns="130622" bIns="130622">
            <a:spAutoFit/>
          </a:bodyPr>
          <a:lstStyle>
            <a:lvl1pPr marL="0" indent="0">
              <a:buNone/>
              <a:defRPr sz="1493">
                <a:solidFill>
                  <a:schemeClr val="accent5">
                    <a:lumMod val="50000"/>
                  </a:schemeClr>
                </a:solidFill>
                <a:latin typeface="Times New Roman" panose="02020603050405020304" pitchFamily="18" charset="0"/>
                <a:cs typeface="Times New Roman" panose="02020603050405020304" pitchFamily="18" charset="0"/>
              </a:defRPr>
            </a:lvl1pPr>
            <a:lvl2pPr marL="905674" indent="-348336">
              <a:defRPr sz="1493">
                <a:latin typeface="Trebuchet MS" pitchFamily="34" charset="0"/>
              </a:defRPr>
            </a:lvl2pPr>
            <a:lvl3pPr marL="1254010" indent="-348336">
              <a:defRPr sz="1493">
                <a:latin typeface="Trebuchet MS" pitchFamily="34" charset="0"/>
              </a:defRPr>
            </a:lvl3pPr>
            <a:lvl4pPr marL="1637181" indent="-383170">
              <a:defRPr sz="1493">
                <a:latin typeface="Trebuchet MS" pitchFamily="34" charset="0"/>
              </a:defRPr>
            </a:lvl4pPr>
            <a:lvl5pPr marL="1915850" indent="-278669">
              <a:defRPr sz="1493">
                <a:latin typeface="Trebuchet MS" pitchFamily="34" charset="0"/>
              </a:defRPr>
            </a:lvl5pPr>
          </a:lstStyle>
          <a:p>
            <a:pPr lvl="0"/>
            <a:r>
              <a:rPr lang="en-US" dirty="0"/>
              <a:t>Type in or paste your text here</a:t>
            </a:r>
          </a:p>
        </p:txBody>
      </p:sp>
      <p:sp>
        <p:nvSpPr>
          <p:cNvPr id="6" name="Text Placeholder 5"/>
          <p:cNvSpPr>
            <a:spLocks noGrp="1"/>
          </p:cNvSpPr>
          <p:nvPr>
            <p:ph type="body" sz="quarter" idx="11" hasCustomPrompt="1"/>
          </p:nvPr>
        </p:nvSpPr>
        <p:spPr>
          <a:xfrm>
            <a:off x="614892" y="2622097"/>
            <a:ext cx="9048751" cy="450228"/>
          </a:xfrm>
          <a:prstGeom prst="rect">
            <a:avLst/>
          </a:prstGeom>
          <a:noFill/>
        </p:spPr>
        <p:txBody>
          <a:bodyPr wrap="square" lIns="52249" tIns="52249" rIns="52249" bIns="52249" anchor="ctr" anchorCtr="0">
            <a:spAutoFit/>
          </a:bodyPr>
          <a:lstStyle>
            <a:lvl1pPr marL="0" indent="0" algn="ctr">
              <a:buNone/>
              <a:defRPr sz="2240" b="1" u="sng" baseline="0">
                <a:solidFill>
                  <a:schemeClr val="accent5">
                    <a:lumMod val="50000"/>
                  </a:schemeClr>
                </a:solidFill>
              </a:defRPr>
            </a:lvl1pPr>
          </a:lstStyle>
          <a:p>
            <a:pPr lvl="0"/>
            <a:r>
              <a:rPr lang="en-US" dirty="0"/>
              <a:t>(click to add) INTRODUCTION or ABSTRACT</a:t>
            </a:r>
          </a:p>
        </p:txBody>
      </p:sp>
      <p:sp>
        <p:nvSpPr>
          <p:cNvPr id="19" name="Text Placeholder 3"/>
          <p:cNvSpPr>
            <a:spLocks noGrp="1"/>
          </p:cNvSpPr>
          <p:nvPr>
            <p:ph type="body" sz="quarter" idx="19" hasCustomPrompt="1"/>
          </p:nvPr>
        </p:nvSpPr>
        <p:spPr>
          <a:xfrm>
            <a:off x="614892" y="9035725"/>
            <a:ext cx="9061909" cy="493538"/>
          </a:xfrm>
          <a:prstGeom prst="rect">
            <a:avLst/>
          </a:prstGeom>
        </p:spPr>
        <p:txBody>
          <a:bodyPr wrap="square" lIns="130622" tIns="130622" rIns="130622" bIns="130622">
            <a:spAutoFit/>
          </a:bodyPr>
          <a:lstStyle>
            <a:lvl1pPr marL="0" indent="0">
              <a:buNone/>
              <a:defRPr sz="1493">
                <a:solidFill>
                  <a:schemeClr val="accent5">
                    <a:lumMod val="50000"/>
                  </a:schemeClr>
                </a:solidFill>
                <a:latin typeface="Times New Roman" panose="02020603050405020304" pitchFamily="18" charset="0"/>
                <a:cs typeface="Times New Roman" panose="02020603050405020304" pitchFamily="18" charset="0"/>
              </a:defRPr>
            </a:lvl1pPr>
            <a:lvl2pPr marL="905674" indent="-348336">
              <a:defRPr sz="1493">
                <a:latin typeface="Trebuchet MS" pitchFamily="34" charset="0"/>
              </a:defRPr>
            </a:lvl2pPr>
            <a:lvl3pPr marL="1254010" indent="-348336">
              <a:defRPr sz="1493">
                <a:latin typeface="Trebuchet MS" pitchFamily="34" charset="0"/>
              </a:defRPr>
            </a:lvl3pPr>
            <a:lvl4pPr marL="1637181" indent="-383170">
              <a:defRPr sz="1493">
                <a:latin typeface="Trebuchet MS" pitchFamily="34" charset="0"/>
              </a:defRPr>
            </a:lvl4pPr>
            <a:lvl5pPr marL="1915850" indent="-278669">
              <a:defRPr sz="1493">
                <a:latin typeface="Trebuchet MS" pitchFamily="34" charset="0"/>
              </a:defRPr>
            </a:lvl5pPr>
          </a:lstStyle>
          <a:p>
            <a:pPr lvl="0"/>
            <a:r>
              <a:rPr lang="en-US" dirty="0"/>
              <a:t>Type in or paste your text here</a:t>
            </a:r>
          </a:p>
        </p:txBody>
      </p:sp>
      <p:sp>
        <p:nvSpPr>
          <p:cNvPr id="20" name="Text Placeholder 5"/>
          <p:cNvSpPr>
            <a:spLocks noGrp="1"/>
          </p:cNvSpPr>
          <p:nvPr>
            <p:ph type="body" sz="quarter" idx="20" hasCustomPrompt="1"/>
          </p:nvPr>
        </p:nvSpPr>
        <p:spPr>
          <a:xfrm>
            <a:off x="628053" y="8610714"/>
            <a:ext cx="9048750" cy="450228"/>
          </a:xfrm>
          <a:prstGeom prst="rect">
            <a:avLst/>
          </a:prstGeom>
          <a:noFill/>
        </p:spPr>
        <p:txBody>
          <a:bodyPr wrap="square" lIns="52249" tIns="52249" rIns="52249" bIns="52249" anchor="ctr" anchorCtr="0">
            <a:spAutoFit/>
          </a:bodyPr>
          <a:lstStyle>
            <a:lvl1pPr marL="0" indent="0" algn="ctr">
              <a:buNone/>
              <a:defRPr sz="2240" b="1" u="sng" baseline="0">
                <a:solidFill>
                  <a:schemeClr val="accent5">
                    <a:lumMod val="50000"/>
                  </a:schemeClr>
                </a:solidFill>
              </a:defRPr>
            </a:lvl1pPr>
          </a:lstStyle>
          <a:p>
            <a:pPr lvl="0"/>
            <a:r>
              <a:rPr lang="en-US" dirty="0"/>
              <a:t>(click to add)  OBJECTIVES</a:t>
            </a:r>
          </a:p>
        </p:txBody>
      </p:sp>
      <p:sp>
        <p:nvSpPr>
          <p:cNvPr id="21" name="Text Placeholder 3"/>
          <p:cNvSpPr>
            <a:spLocks noGrp="1"/>
          </p:cNvSpPr>
          <p:nvPr>
            <p:ph type="body" sz="quarter" idx="21" hasCustomPrompt="1"/>
          </p:nvPr>
        </p:nvSpPr>
        <p:spPr>
          <a:xfrm>
            <a:off x="10102850" y="10733347"/>
            <a:ext cx="9047690" cy="493538"/>
          </a:xfrm>
          <a:prstGeom prst="rect">
            <a:avLst/>
          </a:prstGeom>
        </p:spPr>
        <p:txBody>
          <a:bodyPr wrap="square" lIns="130622" tIns="130622" rIns="130622" bIns="130622">
            <a:spAutoFit/>
          </a:bodyPr>
          <a:lstStyle>
            <a:lvl1pPr marL="0" indent="0">
              <a:buNone/>
              <a:defRPr sz="1493">
                <a:solidFill>
                  <a:schemeClr val="accent5">
                    <a:lumMod val="50000"/>
                  </a:schemeClr>
                </a:solidFill>
                <a:latin typeface="Times New Roman" panose="02020603050405020304" pitchFamily="18" charset="0"/>
                <a:cs typeface="Times New Roman" panose="02020603050405020304" pitchFamily="18" charset="0"/>
              </a:defRPr>
            </a:lvl1pPr>
            <a:lvl2pPr marL="905674" indent="-348336">
              <a:defRPr sz="1493">
                <a:latin typeface="Trebuchet MS" pitchFamily="34" charset="0"/>
              </a:defRPr>
            </a:lvl2pPr>
            <a:lvl3pPr marL="1254010" indent="-348336">
              <a:defRPr sz="1493">
                <a:latin typeface="Trebuchet MS" pitchFamily="34" charset="0"/>
              </a:defRPr>
            </a:lvl3pPr>
            <a:lvl4pPr marL="1637181" indent="-383170">
              <a:defRPr sz="1493">
                <a:latin typeface="Trebuchet MS" pitchFamily="34" charset="0"/>
              </a:defRPr>
            </a:lvl4pPr>
            <a:lvl5pPr marL="1915850" indent="-278669">
              <a:defRPr sz="1493">
                <a:latin typeface="Trebuchet MS" pitchFamily="34" charset="0"/>
              </a:defRPr>
            </a:lvl5pPr>
          </a:lstStyle>
          <a:p>
            <a:pPr lvl="0"/>
            <a:r>
              <a:rPr lang="en-US" dirty="0"/>
              <a:t>Type in or paste your text here</a:t>
            </a:r>
          </a:p>
        </p:txBody>
      </p:sp>
      <p:sp>
        <p:nvSpPr>
          <p:cNvPr id="22" name="Text Placeholder 5"/>
          <p:cNvSpPr>
            <a:spLocks noGrp="1"/>
          </p:cNvSpPr>
          <p:nvPr>
            <p:ph type="body" sz="quarter" idx="22" hasCustomPrompt="1"/>
          </p:nvPr>
        </p:nvSpPr>
        <p:spPr>
          <a:xfrm>
            <a:off x="10102850" y="10275931"/>
            <a:ext cx="9047690" cy="450228"/>
          </a:xfrm>
          <a:prstGeom prst="rect">
            <a:avLst/>
          </a:prstGeom>
          <a:noFill/>
        </p:spPr>
        <p:txBody>
          <a:bodyPr wrap="square" lIns="52249" tIns="52249" rIns="52249" bIns="52249" anchor="ctr" anchorCtr="0">
            <a:spAutoFit/>
          </a:bodyPr>
          <a:lstStyle>
            <a:lvl1pPr marL="0" indent="0" algn="ctr">
              <a:buNone/>
              <a:defRPr sz="2240" b="1" u="sng" baseline="0">
                <a:solidFill>
                  <a:schemeClr val="accent5">
                    <a:lumMod val="50000"/>
                  </a:schemeClr>
                </a:solidFill>
              </a:defRPr>
            </a:lvl1pPr>
          </a:lstStyle>
          <a:p>
            <a:pPr lvl="0"/>
            <a:r>
              <a:rPr lang="en-US" dirty="0"/>
              <a:t>(click to add)  MATERIALS &amp; METHODS</a:t>
            </a:r>
          </a:p>
        </p:txBody>
      </p:sp>
      <p:sp>
        <p:nvSpPr>
          <p:cNvPr id="23" name="Text Placeholder 3"/>
          <p:cNvSpPr>
            <a:spLocks noGrp="1"/>
          </p:cNvSpPr>
          <p:nvPr>
            <p:ph type="body" sz="quarter" idx="23" hasCustomPrompt="1"/>
          </p:nvPr>
        </p:nvSpPr>
        <p:spPr>
          <a:xfrm>
            <a:off x="10108143" y="3087451"/>
            <a:ext cx="9047690" cy="493538"/>
          </a:xfrm>
          <a:prstGeom prst="rect">
            <a:avLst/>
          </a:prstGeom>
        </p:spPr>
        <p:txBody>
          <a:bodyPr wrap="square" lIns="130622" tIns="130622" rIns="130622" bIns="130622">
            <a:spAutoFit/>
          </a:bodyPr>
          <a:lstStyle>
            <a:lvl1pPr marL="0" indent="0">
              <a:buNone/>
              <a:defRPr sz="1493">
                <a:solidFill>
                  <a:schemeClr val="accent5">
                    <a:lumMod val="50000"/>
                  </a:schemeClr>
                </a:solidFill>
                <a:latin typeface="Times New Roman" panose="02020603050405020304" pitchFamily="18" charset="0"/>
                <a:cs typeface="Times New Roman" panose="02020603050405020304" pitchFamily="18" charset="0"/>
              </a:defRPr>
            </a:lvl1pPr>
            <a:lvl2pPr marL="905674" indent="-348336">
              <a:defRPr sz="1493">
                <a:latin typeface="Trebuchet MS" pitchFamily="34" charset="0"/>
              </a:defRPr>
            </a:lvl2pPr>
            <a:lvl3pPr marL="1254010" indent="-348336">
              <a:defRPr sz="1493">
                <a:latin typeface="Trebuchet MS" pitchFamily="34" charset="0"/>
              </a:defRPr>
            </a:lvl3pPr>
            <a:lvl4pPr marL="1637181" indent="-383170">
              <a:defRPr sz="1493">
                <a:latin typeface="Trebuchet MS" pitchFamily="34" charset="0"/>
              </a:defRPr>
            </a:lvl4pPr>
            <a:lvl5pPr marL="1915850" indent="-278669">
              <a:defRPr sz="1493">
                <a:latin typeface="Trebuchet MS" pitchFamily="34" charset="0"/>
              </a:defRPr>
            </a:lvl5pPr>
          </a:lstStyle>
          <a:p>
            <a:pPr lvl="0"/>
            <a:r>
              <a:rPr lang="en-US" dirty="0"/>
              <a:t>Type in or paste your text here</a:t>
            </a:r>
          </a:p>
        </p:txBody>
      </p:sp>
      <p:sp>
        <p:nvSpPr>
          <p:cNvPr id="24" name="Text Placeholder 5"/>
          <p:cNvSpPr>
            <a:spLocks noGrp="1"/>
          </p:cNvSpPr>
          <p:nvPr>
            <p:ph type="body" sz="quarter" idx="24" hasCustomPrompt="1"/>
          </p:nvPr>
        </p:nvSpPr>
        <p:spPr>
          <a:xfrm>
            <a:off x="10102850" y="2622097"/>
            <a:ext cx="9052983" cy="450228"/>
          </a:xfrm>
          <a:prstGeom prst="rect">
            <a:avLst/>
          </a:prstGeom>
          <a:noFill/>
        </p:spPr>
        <p:txBody>
          <a:bodyPr wrap="square" lIns="52249" tIns="52249" rIns="52249" bIns="52249" anchor="ctr" anchorCtr="0">
            <a:spAutoFit/>
          </a:bodyPr>
          <a:lstStyle>
            <a:lvl1pPr marL="0" indent="0" algn="ctr">
              <a:buNone/>
              <a:defRPr sz="2240" b="1" u="sng" baseline="0">
                <a:solidFill>
                  <a:schemeClr val="accent5">
                    <a:lumMod val="50000"/>
                  </a:schemeClr>
                </a:solidFill>
              </a:defRPr>
            </a:lvl1pPr>
          </a:lstStyle>
          <a:p>
            <a:pPr lvl="0"/>
            <a:r>
              <a:rPr lang="en-US" dirty="0"/>
              <a:t>(click to add)  RESULTS</a:t>
            </a:r>
          </a:p>
        </p:txBody>
      </p:sp>
      <p:sp>
        <p:nvSpPr>
          <p:cNvPr id="25" name="Text Placeholder 5"/>
          <p:cNvSpPr>
            <a:spLocks noGrp="1"/>
          </p:cNvSpPr>
          <p:nvPr>
            <p:ph type="body" sz="quarter" idx="25" hasCustomPrompt="1"/>
          </p:nvPr>
        </p:nvSpPr>
        <p:spPr>
          <a:xfrm>
            <a:off x="19597159" y="2622097"/>
            <a:ext cx="9050686" cy="450228"/>
          </a:xfrm>
          <a:prstGeom prst="rect">
            <a:avLst/>
          </a:prstGeom>
          <a:noFill/>
        </p:spPr>
        <p:txBody>
          <a:bodyPr wrap="square" lIns="52249" tIns="52249" rIns="52249" bIns="52249" anchor="ctr" anchorCtr="0">
            <a:spAutoFit/>
          </a:bodyPr>
          <a:lstStyle>
            <a:lvl1pPr marL="0" indent="0" algn="ctr">
              <a:buNone/>
              <a:defRPr sz="2240" b="1" u="sng" baseline="0">
                <a:solidFill>
                  <a:schemeClr val="accent5">
                    <a:lumMod val="50000"/>
                  </a:schemeClr>
                </a:solidFill>
              </a:defRPr>
            </a:lvl1pPr>
          </a:lstStyle>
          <a:p>
            <a:pPr lvl="0"/>
            <a:r>
              <a:rPr lang="en-US" dirty="0"/>
              <a:t>(click to add)  CONCLUSIONS</a:t>
            </a:r>
          </a:p>
        </p:txBody>
      </p:sp>
      <p:sp>
        <p:nvSpPr>
          <p:cNvPr id="26" name="Text Placeholder 3"/>
          <p:cNvSpPr>
            <a:spLocks noGrp="1"/>
          </p:cNvSpPr>
          <p:nvPr>
            <p:ph type="body" sz="quarter" idx="26" hasCustomPrompt="1"/>
          </p:nvPr>
        </p:nvSpPr>
        <p:spPr>
          <a:xfrm>
            <a:off x="19597159" y="3063162"/>
            <a:ext cx="9050686" cy="493538"/>
          </a:xfrm>
          <a:prstGeom prst="rect">
            <a:avLst/>
          </a:prstGeom>
        </p:spPr>
        <p:txBody>
          <a:bodyPr wrap="square" lIns="130622" tIns="130622" rIns="130622" bIns="130622">
            <a:spAutoFit/>
          </a:bodyPr>
          <a:lstStyle>
            <a:lvl1pPr marL="0" indent="0">
              <a:buNone/>
              <a:defRPr sz="1493">
                <a:solidFill>
                  <a:schemeClr val="accent5">
                    <a:lumMod val="50000"/>
                  </a:schemeClr>
                </a:solidFill>
                <a:latin typeface="Times New Roman" panose="02020603050405020304" pitchFamily="18" charset="0"/>
                <a:cs typeface="Times New Roman" panose="02020603050405020304" pitchFamily="18" charset="0"/>
              </a:defRPr>
            </a:lvl1pPr>
            <a:lvl2pPr marL="905674" indent="-348336">
              <a:defRPr sz="1493">
                <a:latin typeface="Trebuchet MS" pitchFamily="34" charset="0"/>
              </a:defRPr>
            </a:lvl2pPr>
            <a:lvl3pPr marL="1254010" indent="-348336">
              <a:defRPr sz="1493">
                <a:latin typeface="Trebuchet MS" pitchFamily="34" charset="0"/>
              </a:defRPr>
            </a:lvl3pPr>
            <a:lvl4pPr marL="1637181" indent="-383170">
              <a:defRPr sz="1493">
                <a:latin typeface="Trebuchet MS" pitchFamily="34" charset="0"/>
              </a:defRPr>
            </a:lvl4pPr>
            <a:lvl5pPr marL="1915850" indent="-278669">
              <a:defRPr sz="1493">
                <a:latin typeface="Trebuchet MS" pitchFamily="34" charset="0"/>
              </a:defRPr>
            </a:lvl5pPr>
          </a:lstStyle>
          <a:p>
            <a:pPr lvl="0"/>
            <a:r>
              <a:rPr lang="en-US" dirty="0"/>
              <a:t>Type in or paste your text here</a:t>
            </a:r>
          </a:p>
        </p:txBody>
      </p:sp>
      <p:sp>
        <p:nvSpPr>
          <p:cNvPr id="27" name="Text Placeholder 5"/>
          <p:cNvSpPr>
            <a:spLocks noGrp="1"/>
          </p:cNvSpPr>
          <p:nvPr>
            <p:ph type="body" sz="quarter" idx="27" hasCustomPrompt="1"/>
          </p:nvPr>
        </p:nvSpPr>
        <p:spPr>
          <a:xfrm>
            <a:off x="19597159" y="8594660"/>
            <a:ext cx="9050686" cy="450228"/>
          </a:xfrm>
          <a:prstGeom prst="rect">
            <a:avLst/>
          </a:prstGeom>
          <a:noFill/>
        </p:spPr>
        <p:txBody>
          <a:bodyPr wrap="square" lIns="52249" tIns="52249" rIns="52249" bIns="52249" anchor="ctr" anchorCtr="0">
            <a:spAutoFit/>
          </a:bodyPr>
          <a:lstStyle>
            <a:lvl1pPr marL="0" indent="0" algn="ctr">
              <a:buNone/>
              <a:defRPr sz="2240" b="1" u="sng" baseline="0">
                <a:solidFill>
                  <a:schemeClr val="accent5">
                    <a:lumMod val="50000"/>
                  </a:schemeClr>
                </a:solidFill>
              </a:defRPr>
            </a:lvl1pPr>
          </a:lstStyle>
          <a:p>
            <a:pPr lvl="0"/>
            <a:r>
              <a:rPr lang="en-US" dirty="0"/>
              <a:t>(click to add)  REFERENCES</a:t>
            </a:r>
          </a:p>
        </p:txBody>
      </p:sp>
      <p:sp>
        <p:nvSpPr>
          <p:cNvPr id="28" name="Text Placeholder 3"/>
          <p:cNvSpPr>
            <a:spLocks noGrp="1"/>
          </p:cNvSpPr>
          <p:nvPr>
            <p:ph type="body" sz="quarter" idx="28" hasCustomPrompt="1"/>
          </p:nvPr>
        </p:nvSpPr>
        <p:spPr>
          <a:xfrm>
            <a:off x="19593805" y="9056045"/>
            <a:ext cx="9054041" cy="493538"/>
          </a:xfrm>
          <a:prstGeom prst="rect">
            <a:avLst/>
          </a:prstGeom>
        </p:spPr>
        <p:txBody>
          <a:bodyPr wrap="square" lIns="130622" tIns="130622" rIns="130622" bIns="130622">
            <a:spAutoFit/>
          </a:bodyPr>
          <a:lstStyle>
            <a:lvl1pPr marL="0" indent="0">
              <a:buNone/>
              <a:defRPr sz="1493">
                <a:solidFill>
                  <a:schemeClr val="accent5">
                    <a:lumMod val="50000"/>
                  </a:schemeClr>
                </a:solidFill>
                <a:latin typeface="Times New Roman" panose="02020603050405020304" pitchFamily="18" charset="0"/>
                <a:cs typeface="Times New Roman" panose="02020603050405020304" pitchFamily="18" charset="0"/>
              </a:defRPr>
            </a:lvl1pPr>
            <a:lvl2pPr marL="905674" indent="-348336">
              <a:defRPr sz="1493">
                <a:latin typeface="Trebuchet MS" pitchFamily="34" charset="0"/>
              </a:defRPr>
            </a:lvl2pPr>
            <a:lvl3pPr marL="1254010" indent="-348336">
              <a:defRPr sz="1493">
                <a:latin typeface="Trebuchet MS" pitchFamily="34" charset="0"/>
              </a:defRPr>
            </a:lvl3pPr>
            <a:lvl4pPr marL="1637181" indent="-383170">
              <a:defRPr sz="1493">
                <a:latin typeface="Trebuchet MS" pitchFamily="34" charset="0"/>
              </a:defRPr>
            </a:lvl4pPr>
            <a:lvl5pPr marL="1915850" indent="-278669">
              <a:defRPr sz="1493">
                <a:latin typeface="Trebuchet MS" pitchFamily="34" charset="0"/>
              </a:defRPr>
            </a:lvl5pPr>
          </a:lstStyle>
          <a:p>
            <a:pPr lvl="0"/>
            <a:r>
              <a:rPr lang="en-US" dirty="0"/>
              <a:t>Type in or paste your text here</a:t>
            </a:r>
          </a:p>
        </p:txBody>
      </p:sp>
      <p:sp>
        <p:nvSpPr>
          <p:cNvPr id="29" name="Text Placeholder 5"/>
          <p:cNvSpPr>
            <a:spLocks noGrp="1"/>
          </p:cNvSpPr>
          <p:nvPr>
            <p:ph type="body" sz="quarter" idx="29" hasCustomPrompt="1"/>
          </p:nvPr>
        </p:nvSpPr>
        <p:spPr>
          <a:xfrm>
            <a:off x="19597159" y="12828928"/>
            <a:ext cx="9050686" cy="450228"/>
          </a:xfrm>
          <a:prstGeom prst="rect">
            <a:avLst/>
          </a:prstGeom>
          <a:noFill/>
        </p:spPr>
        <p:txBody>
          <a:bodyPr wrap="square" lIns="52249" tIns="52249" rIns="52249" bIns="52249" anchor="ctr" anchorCtr="0">
            <a:spAutoFit/>
          </a:bodyPr>
          <a:lstStyle>
            <a:lvl1pPr marL="0" indent="0" algn="ctr">
              <a:buNone/>
              <a:defRPr sz="2240" b="1" u="sng" baseline="0">
                <a:solidFill>
                  <a:schemeClr val="accent5">
                    <a:lumMod val="50000"/>
                  </a:schemeClr>
                </a:solidFill>
              </a:defRPr>
            </a:lvl1pPr>
          </a:lstStyle>
          <a:p>
            <a:pPr lvl="0"/>
            <a:r>
              <a:rPr lang="en-US" dirty="0"/>
              <a:t>(click to add)  ACKNOWLEDGEMENTS  or  CONTACT</a:t>
            </a:r>
          </a:p>
        </p:txBody>
      </p:sp>
      <p:sp>
        <p:nvSpPr>
          <p:cNvPr id="30" name="Text Placeholder 3"/>
          <p:cNvSpPr>
            <a:spLocks noGrp="1"/>
          </p:cNvSpPr>
          <p:nvPr>
            <p:ph type="body" sz="quarter" idx="30" hasCustomPrompt="1"/>
          </p:nvPr>
        </p:nvSpPr>
        <p:spPr>
          <a:xfrm>
            <a:off x="19597160" y="13290313"/>
            <a:ext cx="9054041" cy="493538"/>
          </a:xfrm>
          <a:prstGeom prst="rect">
            <a:avLst/>
          </a:prstGeom>
        </p:spPr>
        <p:txBody>
          <a:bodyPr wrap="square" lIns="130622" tIns="130622" rIns="130622" bIns="130622">
            <a:spAutoFit/>
          </a:bodyPr>
          <a:lstStyle>
            <a:lvl1pPr marL="0" indent="0">
              <a:buNone/>
              <a:defRPr sz="1493">
                <a:solidFill>
                  <a:schemeClr val="accent5">
                    <a:lumMod val="50000"/>
                  </a:schemeClr>
                </a:solidFill>
                <a:latin typeface="Times New Roman" panose="02020603050405020304" pitchFamily="18" charset="0"/>
                <a:cs typeface="Times New Roman" panose="02020603050405020304" pitchFamily="18" charset="0"/>
              </a:defRPr>
            </a:lvl1pPr>
            <a:lvl2pPr marL="905674" indent="-348336">
              <a:defRPr sz="1493">
                <a:latin typeface="Trebuchet MS" pitchFamily="34" charset="0"/>
              </a:defRPr>
            </a:lvl2pPr>
            <a:lvl3pPr marL="1254010" indent="-348336">
              <a:defRPr sz="1493">
                <a:latin typeface="Trebuchet MS" pitchFamily="34" charset="0"/>
              </a:defRPr>
            </a:lvl3pPr>
            <a:lvl4pPr marL="1637181" indent="-383170">
              <a:defRPr sz="1493">
                <a:latin typeface="Trebuchet MS" pitchFamily="34" charset="0"/>
              </a:defRPr>
            </a:lvl4pPr>
            <a:lvl5pPr marL="1915850" indent="-278669">
              <a:defRPr sz="1493">
                <a:latin typeface="Trebuchet MS" pitchFamily="34" charset="0"/>
              </a:defRPr>
            </a:lvl5pPr>
          </a:lstStyle>
          <a:p>
            <a:pPr lvl="0"/>
            <a:r>
              <a:rPr lang="en-US" dirty="0"/>
              <a:t>Type in or paste your text here</a:t>
            </a:r>
          </a:p>
        </p:txBody>
      </p:sp>
      <p:sp>
        <p:nvSpPr>
          <p:cNvPr id="72" name="Text Placeholder 76"/>
          <p:cNvSpPr>
            <a:spLocks noGrp="1"/>
          </p:cNvSpPr>
          <p:nvPr>
            <p:ph type="body" sz="quarter" idx="150" hasCustomPrompt="1"/>
          </p:nvPr>
        </p:nvSpPr>
        <p:spPr>
          <a:xfrm>
            <a:off x="3906520" y="1078170"/>
            <a:ext cx="21447761" cy="598230"/>
          </a:xfrm>
          <a:prstGeom prst="rect">
            <a:avLst/>
          </a:prstGeom>
        </p:spPr>
        <p:txBody>
          <a:bodyPr>
            <a:normAutofit/>
          </a:bodyPr>
          <a:lstStyle>
            <a:lvl1pPr marL="0" indent="0" algn="ctr">
              <a:buFontTx/>
              <a:buNone/>
              <a:defRPr sz="3840">
                <a:solidFill>
                  <a:schemeClr val="accent5">
                    <a:lumMod val="50000"/>
                  </a:schemeClr>
                </a:solidFill>
              </a:defRPr>
            </a:lvl1pPr>
            <a:lvl2pPr>
              <a:buFontTx/>
              <a:buNone/>
              <a:defRPr sz="7680"/>
            </a:lvl2pPr>
            <a:lvl3pPr>
              <a:buFontTx/>
              <a:buNone/>
              <a:defRPr sz="7680"/>
            </a:lvl3pPr>
            <a:lvl4pPr>
              <a:buFontTx/>
              <a:buNone/>
              <a:defRPr sz="7680"/>
            </a:lvl4pPr>
            <a:lvl5pPr>
              <a:buFontTx/>
              <a:buNone/>
              <a:defRPr sz="7680"/>
            </a:lvl5pPr>
          </a:lstStyle>
          <a:p>
            <a:pPr lvl="0"/>
            <a:r>
              <a:rPr lang="en-US" dirty="0"/>
              <a:t>Click here to add authors</a:t>
            </a:r>
          </a:p>
        </p:txBody>
      </p:sp>
      <p:sp>
        <p:nvSpPr>
          <p:cNvPr id="75" name="Text Placeholder 76"/>
          <p:cNvSpPr>
            <a:spLocks noGrp="1"/>
          </p:cNvSpPr>
          <p:nvPr>
            <p:ph type="body" sz="quarter" idx="184" hasCustomPrompt="1"/>
          </p:nvPr>
        </p:nvSpPr>
        <p:spPr>
          <a:xfrm>
            <a:off x="3906520" y="1676400"/>
            <a:ext cx="21447761" cy="634555"/>
          </a:xfrm>
          <a:prstGeom prst="rect">
            <a:avLst/>
          </a:prstGeom>
        </p:spPr>
        <p:txBody>
          <a:bodyPr>
            <a:normAutofit/>
          </a:bodyPr>
          <a:lstStyle>
            <a:lvl1pPr marL="0" indent="0" algn="ctr">
              <a:buFontTx/>
              <a:buNone/>
              <a:defRPr sz="2987">
                <a:solidFill>
                  <a:schemeClr val="accent5">
                    <a:lumMod val="50000"/>
                  </a:schemeClr>
                </a:solidFill>
              </a:defRPr>
            </a:lvl1pPr>
            <a:lvl2pPr>
              <a:buFontTx/>
              <a:buNone/>
              <a:defRPr sz="7680"/>
            </a:lvl2pPr>
            <a:lvl3pPr>
              <a:buFontTx/>
              <a:buNone/>
              <a:defRPr sz="7680"/>
            </a:lvl3pPr>
            <a:lvl4pPr>
              <a:buFontTx/>
              <a:buNone/>
              <a:defRPr sz="7680"/>
            </a:lvl4pPr>
            <a:lvl5pPr>
              <a:buFontTx/>
              <a:buNone/>
              <a:defRPr sz="7680"/>
            </a:lvl5pPr>
          </a:lstStyle>
          <a:p>
            <a:pPr lvl="0"/>
            <a:r>
              <a:rPr lang="en-US" dirty="0"/>
              <a:t>Click here to add affiliations</a:t>
            </a:r>
          </a:p>
        </p:txBody>
      </p:sp>
      <p:sp>
        <p:nvSpPr>
          <p:cNvPr id="77" name="Text Placeholder 76"/>
          <p:cNvSpPr>
            <a:spLocks noGrp="1"/>
          </p:cNvSpPr>
          <p:nvPr>
            <p:ph type="body" sz="quarter" idx="185" hasCustomPrompt="1"/>
          </p:nvPr>
        </p:nvSpPr>
        <p:spPr>
          <a:xfrm>
            <a:off x="3906520" y="232386"/>
            <a:ext cx="21447761" cy="834414"/>
          </a:xfrm>
          <a:prstGeom prst="rect">
            <a:avLst/>
          </a:prstGeom>
        </p:spPr>
        <p:txBody>
          <a:bodyPr>
            <a:normAutofit/>
          </a:bodyPr>
          <a:lstStyle>
            <a:lvl1pPr marL="0" indent="0" algn="ctr">
              <a:buFontTx/>
              <a:buNone/>
              <a:defRPr sz="5120" b="1">
                <a:solidFill>
                  <a:schemeClr val="accent5">
                    <a:lumMod val="50000"/>
                  </a:schemeClr>
                </a:solidFill>
              </a:defRPr>
            </a:lvl1pPr>
            <a:lvl2pPr>
              <a:buFontTx/>
              <a:buNone/>
              <a:defRPr sz="7680"/>
            </a:lvl2pPr>
            <a:lvl3pPr>
              <a:buFontTx/>
              <a:buNone/>
              <a:defRPr sz="7680"/>
            </a:lvl3pPr>
            <a:lvl4pPr>
              <a:buFontTx/>
              <a:buNone/>
              <a:defRPr sz="7680"/>
            </a:lvl4pPr>
            <a:lvl5pPr>
              <a:buFontTx/>
              <a:buNone/>
              <a:defRPr sz="7680"/>
            </a:lvl5pPr>
          </a:lstStyle>
          <a:p>
            <a:pPr lvl="0"/>
            <a:r>
              <a:rPr lang="en-US" dirty="0"/>
              <a:t>Click here to add title</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Wide center column">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a:xfrm>
            <a:off x="606195" y="3063162"/>
            <a:ext cx="6704542" cy="493538"/>
          </a:xfrm>
          <a:prstGeom prst="rect">
            <a:avLst/>
          </a:prstGeom>
        </p:spPr>
        <p:txBody>
          <a:bodyPr wrap="square" lIns="130622" tIns="130622" rIns="130622" bIns="130622">
            <a:spAutoFit/>
          </a:bodyPr>
          <a:lstStyle>
            <a:lvl1pPr marL="0" indent="0">
              <a:buNone/>
              <a:defRPr sz="1493">
                <a:solidFill>
                  <a:schemeClr val="accent5">
                    <a:lumMod val="50000"/>
                  </a:schemeClr>
                </a:solidFill>
                <a:latin typeface="Times New Roman" panose="02020603050405020304" pitchFamily="18" charset="0"/>
                <a:cs typeface="Times New Roman" panose="02020603050405020304" pitchFamily="18" charset="0"/>
              </a:defRPr>
            </a:lvl1pPr>
            <a:lvl2pPr marL="905674" indent="-348336">
              <a:defRPr sz="1493">
                <a:latin typeface="Trebuchet MS" pitchFamily="34" charset="0"/>
              </a:defRPr>
            </a:lvl2pPr>
            <a:lvl3pPr marL="1254010" indent="-348336">
              <a:defRPr sz="1493">
                <a:latin typeface="Trebuchet MS" pitchFamily="34" charset="0"/>
              </a:defRPr>
            </a:lvl3pPr>
            <a:lvl4pPr marL="1637181" indent="-383170">
              <a:defRPr sz="1493">
                <a:latin typeface="Trebuchet MS" pitchFamily="34" charset="0"/>
              </a:defRPr>
            </a:lvl4pPr>
            <a:lvl5pPr marL="1915850" indent="-278669">
              <a:defRPr sz="1493">
                <a:latin typeface="Trebuchet MS" pitchFamily="34" charset="0"/>
              </a:defRPr>
            </a:lvl5pPr>
          </a:lstStyle>
          <a:p>
            <a:pPr lvl="0"/>
            <a:r>
              <a:rPr lang="en-US" dirty="0"/>
              <a:t>Enter your text here</a:t>
            </a:r>
          </a:p>
        </p:txBody>
      </p:sp>
      <p:sp>
        <p:nvSpPr>
          <p:cNvPr id="6" name="Text Placeholder 5"/>
          <p:cNvSpPr>
            <a:spLocks noGrp="1"/>
          </p:cNvSpPr>
          <p:nvPr>
            <p:ph type="body" sz="quarter" idx="11" hasCustomPrompt="1"/>
          </p:nvPr>
        </p:nvSpPr>
        <p:spPr>
          <a:xfrm>
            <a:off x="608842" y="2622097"/>
            <a:ext cx="6699250" cy="450228"/>
          </a:xfrm>
          <a:prstGeom prst="rect">
            <a:avLst/>
          </a:prstGeom>
          <a:noFill/>
        </p:spPr>
        <p:txBody>
          <a:bodyPr lIns="52249" tIns="52249" rIns="52249" bIns="52249" anchor="ctr" anchorCtr="0">
            <a:spAutoFit/>
          </a:bodyPr>
          <a:lstStyle>
            <a:lvl1pPr marL="0" indent="0" algn="ctr">
              <a:buNone/>
              <a:defRPr sz="2240" b="1" u="sng" baseline="0">
                <a:solidFill>
                  <a:schemeClr val="accent5">
                    <a:lumMod val="50000"/>
                  </a:schemeClr>
                </a:solidFill>
              </a:defRPr>
            </a:lvl1pPr>
          </a:lstStyle>
          <a:p>
            <a:pPr lvl="0"/>
            <a:r>
              <a:rPr lang="en-US" dirty="0"/>
              <a:t>(click to add) INTRODUCTION or ABSTRACT</a:t>
            </a:r>
          </a:p>
        </p:txBody>
      </p:sp>
      <p:sp>
        <p:nvSpPr>
          <p:cNvPr id="19" name="Text Placeholder 3"/>
          <p:cNvSpPr>
            <a:spLocks noGrp="1"/>
          </p:cNvSpPr>
          <p:nvPr>
            <p:ph type="body" sz="quarter" idx="19" hasCustomPrompt="1"/>
          </p:nvPr>
        </p:nvSpPr>
        <p:spPr>
          <a:xfrm>
            <a:off x="605666" y="7540815"/>
            <a:ext cx="6705600" cy="493538"/>
          </a:xfrm>
          <a:prstGeom prst="rect">
            <a:avLst/>
          </a:prstGeom>
        </p:spPr>
        <p:txBody>
          <a:bodyPr wrap="square" lIns="130622" tIns="130622" rIns="130622" bIns="130622">
            <a:spAutoFit/>
          </a:bodyPr>
          <a:lstStyle>
            <a:lvl1pPr marL="0" indent="0">
              <a:buNone/>
              <a:defRPr sz="1493">
                <a:solidFill>
                  <a:schemeClr val="accent5">
                    <a:lumMod val="50000"/>
                  </a:schemeClr>
                </a:solidFill>
                <a:latin typeface="Times New Roman" panose="02020603050405020304" pitchFamily="18" charset="0"/>
                <a:cs typeface="Times New Roman" panose="02020603050405020304" pitchFamily="18" charset="0"/>
              </a:defRPr>
            </a:lvl1pPr>
            <a:lvl2pPr marL="905674" indent="-348336">
              <a:defRPr sz="1493">
                <a:latin typeface="Trebuchet MS" pitchFamily="34" charset="0"/>
              </a:defRPr>
            </a:lvl2pPr>
            <a:lvl3pPr marL="1254010" indent="-348336">
              <a:defRPr sz="1493">
                <a:latin typeface="Trebuchet MS" pitchFamily="34" charset="0"/>
              </a:defRPr>
            </a:lvl3pPr>
            <a:lvl4pPr marL="1637181" indent="-383170">
              <a:defRPr sz="1493">
                <a:latin typeface="Trebuchet MS" pitchFamily="34" charset="0"/>
              </a:defRPr>
            </a:lvl4pPr>
            <a:lvl5pPr marL="1915850" indent="-278669">
              <a:defRPr sz="1493">
                <a:latin typeface="Trebuchet MS" pitchFamily="34" charset="0"/>
              </a:defRPr>
            </a:lvl5pPr>
          </a:lstStyle>
          <a:p>
            <a:pPr lvl="0"/>
            <a:r>
              <a:rPr lang="en-US" dirty="0"/>
              <a:t>Enter your text here</a:t>
            </a:r>
          </a:p>
        </p:txBody>
      </p:sp>
      <p:sp>
        <p:nvSpPr>
          <p:cNvPr id="20" name="Text Placeholder 5"/>
          <p:cNvSpPr>
            <a:spLocks noGrp="1"/>
          </p:cNvSpPr>
          <p:nvPr>
            <p:ph type="body" sz="quarter" idx="20" hasCustomPrompt="1"/>
          </p:nvPr>
        </p:nvSpPr>
        <p:spPr>
          <a:xfrm>
            <a:off x="608313" y="7095484"/>
            <a:ext cx="6700308" cy="450228"/>
          </a:xfrm>
          <a:prstGeom prst="rect">
            <a:avLst/>
          </a:prstGeom>
          <a:noFill/>
        </p:spPr>
        <p:txBody>
          <a:bodyPr wrap="square" lIns="52249" tIns="52249" rIns="52249" bIns="52249" anchor="ctr" anchorCtr="0">
            <a:spAutoFit/>
          </a:bodyPr>
          <a:lstStyle>
            <a:lvl1pPr marL="0" indent="0" algn="ctr">
              <a:buNone/>
              <a:defRPr sz="2240" b="1" u="sng" baseline="0">
                <a:solidFill>
                  <a:schemeClr val="accent5">
                    <a:lumMod val="50000"/>
                  </a:schemeClr>
                </a:solidFill>
              </a:defRPr>
            </a:lvl1pPr>
          </a:lstStyle>
          <a:p>
            <a:pPr lvl="0"/>
            <a:r>
              <a:rPr lang="en-US" dirty="0"/>
              <a:t>(click to add)  OBJECTIVES</a:t>
            </a:r>
          </a:p>
        </p:txBody>
      </p:sp>
      <p:sp>
        <p:nvSpPr>
          <p:cNvPr id="21" name="Text Placeholder 3"/>
          <p:cNvSpPr>
            <a:spLocks noGrp="1"/>
          </p:cNvSpPr>
          <p:nvPr>
            <p:ph type="body" sz="quarter" idx="21" hasCustomPrompt="1"/>
          </p:nvPr>
        </p:nvSpPr>
        <p:spPr>
          <a:xfrm>
            <a:off x="7724776" y="3079513"/>
            <a:ext cx="13813365" cy="493538"/>
          </a:xfrm>
          <a:prstGeom prst="rect">
            <a:avLst/>
          </a:prstGeom>
        </p:spPr>
        <p:txBody>
          <a:bodyPr wrap="square" lIns="130622" tIns="130622" rIns="130622" bIns="130622">
            <a:spAutoFit/>
          </a:bodyPr>
          <a:lstStyle>
            <a:lvl1pPr marL="0" indent="0">
              <a:buNone/>
              <a:defRPr sz="1493">
                <a:solidFill>
                  <a:schemeClr val="accent5">
                    <a:lumMod val="50000"/>
                  </a:schemeClr>
                </a:solidFill>
                <a:latin typeface="Times New Roman" panose="02020603050405020304" pitchFamily="18" charset="0"/>
                <a:cs typeface="Times New Roman" panose="02020603050405020304" pitchFamily="18" charset="0"/>
              </a:defRPr>
            </a:lvl1pPr>
            <a:lvl2pPr marL="905674" indent="-348336">
              <a:defRPr sz="1493">
                <a:latin typeface="Trebuchet MS" pitchFamily="34" charset="0"/>
              </a:defRPr>
            </a:lvl2pPr>
            <a:lvl3pPr marL="1254010" indent="-348336">
              <a:defRPr sz="1493">
                <a:latin typeface="Trebuchet MS" pitchFamily="34" charset="0"/>
              </a:defRPr>
            </a:lvl3pPr>
            <a:lvl4pPr marL="1637181" indent="-383170">
              <a:defRPr sz="1493">
                <a:latin typeface="Trebuchet MS" pitchFamily="34" charset="0"/>
              </a:defRPr>
            </a:lvl4pPr>
            <a:lvl5pPr marL="1915850" indent="-278669">
              <a:defRPr sz="1493">
                <a:latin typeface="Trebuchet MS" pitchFamily="34" charset="0"/>
              </a:defRPr>
            </a:lvl5pPr>
          </a:lstStyle>
          <a:p>
            <a:pPr lvl="0"/>
            <a:r>
              <a:rPr lang="en-US" dirty="0"/>
              <a:t>Enter your text here</a:t>
            </a:r>
          </a:p>
        </p:txBody>
      </p:sp>
      <p:sp>
        <p:nvSpPr>
          <p:cNvPr id="22" name="Text Placeholder 5"/>
          <p:cNvSpPr>
            <a:spLocks noGrp="1"/>
          </p:cNvSpPr>
          <p:nvPr>
            <p:ph type="body" sz="quarter" idx="22" hasCustomPrompt="1"/>
          </p:nvPr>
        </p:nvSpPr>
        <p:spPr>
          <a:xfrm>
            <a:off x="7724776" y="2622097"/>
            <a:ext cx="13813366" cy="450228"/>
          </a:xfrm>
          <a:prstGeom prst="rect">
            <a:avLst/>
          </a:prstGeom>
          <a:noFill/>
        </p:spPr>
        <p:txBody>
          <a:bodyPr wrap="square" lIns="52249" tIns="52249" rIns="52249" bIns="52249" anchor="ctr" anchorCtr="0">
            <a:spAutoFit/>
          </a:bodyPr>
          <a:lstStyle>
            <a:lvl1pPr marL="0" indent="0" algn="ctr">
              <a:buNone/>
              <a:defRPr sz="2240" b="1" u="sng" baseline="0">
                <a:solidFill>
                  <a:schemeClr val="accent5">
                    <a:lumMod val="50000"/>
                  </a:schemeClr>
                </a:solidFill>
              </a:defRPr>
            </a:lvl1pPr>
          </a:lstStyle>
          <a:p>
            <a:pPr lvl="0"/>
            <a:r>
              <a:rPr lang="en-US" dirty="0"/>
              <a:t>(header)  MATERIALS &amp; METHODS</a:t>
            </a:r>
          </a:p>
        </p:txBody>
      </p:sp>
      <p:sp>
        <p:nvSpPr>
          <p:cNvPr id="23" name="Text Placeholder 3"/>
          <p:cNvSpPr>
            <a:spLocks noGrp="1"/>
          </p:cNvSpPr>
          <p:nvPr>
            <p:ph type="body" sz="quarter" idx="23" hasCustomPrompt="1"/>
          </p:nvPr>
        </p:nvSpPr>
        <p:spPr>
          <a:xfrm>
            <a:off x="7724776" y="10987985"/>
            <a:ext cx="13813366" cy="493538"/>
          </a:xfrm>
          <a:prstGeom prst="rect">
            <a:avLst/>
          </a:prstGeom>
        </p:spPr>
        <p:txBody>
          <a:bodyPr wrap="square" lIns="130622" tIns="130622" rIns="130622" bIns="130622">
            <a:spAutoFit/>
          </a:bodyPr>
          <a:lstStyle>
            <a:lvl1pPr marL="0" indent="0">
              <a:buNone/>
              <a:defRPr sz="1493">
                <a:solidFill>
                  <a:schemeClr val="accent5">
                    <a:lumMod val="50000"/>
                  </a:schemeClr>
                </a:solidFill>
                <a:latin typeface="Times New Roman" panose="02020603050405020304" pitchFamily="18" charset="0"/>
                <a:cs typeface="Times New Roman" panose="02020603050405020304" pitchFamily="18" charset="0"/>
              </a:defRPr>
            </a:lvl1pPr>
            <a:lvl2pPr marL="905674" indent="-348336">
              <a:defRPr sz="1493">
                <a:latin typeface="Trebuchet MS" pitchFamily="34" charset="0"/>
              </a:defRPr>
            </a:lvl2pPr>
            <a:lvl3pPr marL="1254010" indent="-348336">
              <a:defRPr sz="1493">
                <a:latin typeface="Trebuchet MS" pitchFamily="34" charset="0"/>
              </a:defRPr>
            </a:lvl3pPr>
            <a:lvl4pPr marL="1637181" indent="-383170">
              <a:defRPr sz="1493">
                <a:latin typeface="Trebuchet MS" pitchFamily="34" charset="0"/>
              </a:defRPr>
            </a:lvl4pPr>
            <a:lvl5pPr marL="1915850" indent="-278669">
              <a:defRPr sz="1493">
                <a:latin typeface="Trebuchet MS" pitchFamily="34" charset="0"/>
              </a:defRPr>
            </a:lvl5pPr>
          </a:lstStyle>
          <a:p>
            <a:pPr lvl="0"/>
            <a:r>
              <a:rPr lang="en-US" dirty="0"/>
              <a:t>Enter your text here</a:t>
            </a:r>
          </a:p>
        </p:txBody>
      </p:sp>
      <p:sp>
        <p:nvSpPr>
          <p:cNvPr id="24" name="Text Placeholder 5"/>
          <p:cNvSpPr>
            <a:spLocks noGrp="1"/>
          </p:cNvSpPr>
          <p:nvPr>
            <p:ph type="body" sz="quarter" idx="24" hasCustomPrompt="1"/>
          </p:nvPr>
        </p:nvSpPr>
        <p:spPr>
          <a:xfrm>
            <a:off x="7724776" y="10526600"/>
            <a:ext cx="13813366" cy="450228"/>
          </a:xfrm>
          <a:prstGeom prst="rect">
            <a:avLst/>
          </a:prstGeom>
          <a:noFill/>
        </p:spPr>
        <p:txBody>
          <a:bodyPr wrap="square" lIns="52249" tIns="52249" rIns="52249" bIns="52249" anchor="ctr" anchorCtr="0">
            <a:spAutoFit/>
          </a:bodyPr>
          <a:lstStyle>
            <a:lvl1pPr marL="0" indent="0" algn="ctr">
              <a:buNone/>
              <a:defRPr sz="2240" b="1" u="sng" baseline="0">
                <a:solidFill>
                  <a:schemeClr val="accent5">
                    <a:lumMod val="50000"/>
                  </a:schemeClr>
                </a:solidFill>
              </a:defRPr>
            </a:lvl1pPr>
          </a:lstStyle>
          <a:p>
            <a:pPr lvl="0"/>
            <a:r>
              <a:rPr lang="en-US" dirty="0"/>
              <a:t>(click to add)  RESULTS</a:t>
            </a:r>
          </a:p>
        </p:txBody>
      </p:sp>
      <p:sp>
        <p:nvSpPr>
          <p:cNvPr id="25" name="Text Placeholder 5"/>
          <p:cNvSpPr>
            <a:spLocks noGrp="1"/>
          </p:cNvSpPr>
          <p:nvPr>
            <p:ph type="body" sz="quarter" idx="25" hasCustomPrompt="1"/>
          </p:nvPr>
        </p:nvSpPr>
        <p:spPr>
          <a:xfrm>
            <a:off x="21973955" y="2622097"/>
            <a:ext cx="6698012" cy="450228"/>
          </a:xfrm>
          <a:prstGeom prst="rect">
            <a:avLst/>
          </a:prstGeom>
          <a:noFill/>
        </p:spPr>
        <p:txBody>
          <a:bodyPr wrap="square" lIns="52249" tIns="52249" rIns="52249" bIns="52249" anchor="ctr" anchorCtr="0">
            <a:spAutoFit/>
          </a:bodyPr>
          <a:lstStyle>
            <a:lvl1pPr marL="0" indent="0" algn="ctr">
              <a:buNone/>
              <a:defRPr sz="2240" b="1" u="sng" baseline="0">
                <a:solidFill>
                  <a:schemeClr val="accent5">
                    <a:lumMod val="50000"/>
                  </a:schemeClr>
                </a:solidFill>
              </a:defRPr>
            </a:lvl1pPr>
          </a:lstStyle>
          <a:p>
            <a:pPr lvl="0"/>
            <a:r>
              <a:rPr lang="en-US" dirty="0"/>
              <a:t>(click to add)  CONCLUSIONS</a:t>
            </a:r>
          </a:p>
        </p:txBody>
      </p:sp>
      <p:sp>
        <p:nvSpPr>
          <p:cNvPr id="26" name="Text Placeholder 3"/>
          <p:cNvSpPr>
            <a:spLocks noGrp="1"/>
          </p:cNvSpPr>
          <p:nvPr>
            <p:ph type="body" sz="quarter" idx="26" hasCustomPrompt="1"/>
          </p:nvPr>
        </p:nvSpPr>
        <p:spPr>
          <a:xfrm>
            <a:off x="21973955" y="3083482"/>
            <a:ext cx="6698012" cy="493538"/>
          </a:xfrm>
          <a:prstGeom prst="rect">
            <a:avLst/>
          </a:prstGeom>
        </p:spPr>
        <p:txBody>
          <a:bodyPr wrap="square" lIns="130622" tIns="130622" rIns="130622" bIns="130622">
            <a:spAutoFit/>
          </a:bodyPr>
          <a:lstStyle>
            <a:lvl1pPr marL="0" indent="0">
              <a:buNone/>
              <a:defRPr sz="1493">
                <a:solidFill>
                  <a:schemeClr val="accent5">
                    <a:lumMod val="50000"/>
                  </a:schemeClr>
                </a:solidFill>
                <a:latin typeface="Times New Roman" panose="02020603050405020304" pitchFamily="18" charset="0"/>
                <a:cs typeface="Times New Roman" panose="02020603050405020304" pitchFamily="18" charset="0"/>
              </a:defRPr>
            </a:lvl1pPr>
            <a:lvl2pPr marL="905674" indent="-348336">
              <a:defRPr sz="1493">
                <a:latin typeface="Trebuchet MS" pitchFamily="34" charset="0"/>
              </a:defRPr>
            </a:lvl2pPr>
            <a:lvl3pPr marL="1254010" indent="-348336">
              <a:defRPr sz="1493">
                <a:latin typeface="Trebuchet MS" pitchFamily="34" charset="0"/>
              </a:defRPr>
            </a:lvl3pPr>
            <a:lvl4pPr marL="1637181" indent="-383170">
              <a:defRPr sz="1493">
                <a:latin typeface="Trebuchet MS" pitchFamily="34" charset="0"/>
              </a:defRPr>
            </a:lvl4pPr>
            <a:lvl5pPr marL="1915850" indent="-278669">
              <a:defRPr sz="1493">
                <a:latin typeface="Trebuchet MS" pitchFamily="34" charset="0"/>
              </a:defRPr>
            </a:lvl5pPr>
          </a:lstStyle>
          <a:p>
            <a:pPr lvl="0"/>
            <a:r>
              <a:rPr lang="en-US" dirty="0"/>
              <a:t>Enter your text here</a:t>
            </a:r>
          </a:p>
        </p:txBody>
      </p:sp>
      <p:sp>
        <p:nvSpPr>
          <p:cNvPr id="27" name="Text Placeholder 5"/>
          <p:cNvSpPr>
            <a:spLocks noGrp="1"/>
          </p:cNvSpPr>
          <p:nvPr>
            <p:ph type="body" sz="quarter" idx="27" hasCustomPrompt="1"/>
          </p:nvPr>
        </p:nvSpPr>
        <p:spPr>
          <a:xfrm>
            <a:off x="21973955" y="7125596"/>
            <a:ext cx="6698012" cy="450228"/>
          </a:xfrm>
          <a:prstGeom prst="rect">
            <a:avLst/>
          </a:prstGeom>
          <a:noFill/>
        </p:spPr>
        <p:txBody>
          <a:bodyPr wrap="square" lIns="52249" tIns="52249" rIns="52249" bIns="52249" anchor="ctr" anchorCtr="0">
            <a:spAutoFit/>
          </a:bodyPr>
          <a:lstStyle>
            <a:lvl1pPr marL="0" indent="0" algn="ctr">
              <a:buNone/>
              <a:defRPr sz="2240" b="1" u="sng" baseline="0">
                <a:solidFill>
                  <a:schemeClr val="accent5">
                    <a:lumMod val="50000"/>
                  </a:schemeClr>
                </a:solidFill>
              </a:defRPr>
            </a:lvl1pPr>
          </a:lstStyle>
          <a:p>
            <a:pPr lvl="0"/>
            <a:r>
              <a:rPr lang="en-US" dirty="0"/>
              <a:t>(click to add)  REFERENCES</a:t>
            </a:r>
          </a:p>
        </p:txBody>
      </p:sp>
      <p:sp>
        <p:nvSpPr>
          <p:cNvPr id="28" name="Text Placeholder 3"/>
          <p:cNvSpPr>
            <a:spLocks noGrp="1"/>
          </p:cNvSpPr>
          <p:nvPr>
            <p:ph type="body" sz="quarter" idx="28" hasCustomPrompt="1"/>
          </p:nvPr>
        </p:nvSpPr>
        <p:spPr>
          <a:xfrm>
            <a:off x="21972279" y="7586981"/>
            <a:ext cx="6701366" cy="493538"/>
          </a:xfrm>
          <a:prstGeom prst="rect">
            <a:avLst/>
          </a:prstGeom>
        </p:spPr>
        <p:txBody>
          <a:bodyPr wrap="square" lIns="130622" tIns="130622" rIns="130622" bIns="130622">
            <a:spAutoFit/>
          </a:bodyPr>
          <a:lstStyle>
            <a:lvl1pPr marL="0" indent="0">
              <a:buNone/>
              <a:defRPr sz="1493">
                <a:solidFill>
                  <a:schemeClr val="accent5">
                    <a:lumMod val="50000"/>
                  </a:schemeClr>
                </a:solidFill>
                <a:latin typeface="Times New Roman" panose="02020603050405020304" pitchFamily="18" charset="0"/>
                <a:cs typeface="Times New Roman" panose="02020603050405020304" pitchFamily="18" charset="0"/>
              </a:defRPr>
            </a:lvl1pPr>
            <a:lvl2pPr marL="905674" indent="-348336">
              <a:defRPr sz="1493">
                <a:latin typeface="Trebuchet MS" pitchFamily="34" charset="0"/>
              </a:defRPr>
            </a:lvl2pPr>
            <a:lvl3pPr marL="1254010" indent="-348336">
              <a:defRPr sz="1493">
                <a:latin typeface="Trebuchet MS" pitchFamily="34" charset="0"/>
              </a:defRPr>
            </a:lvl3pPr>
            <a:lvl4pPr marL="1637181" indent="-383170">
              <a:defRPr sz="1493">
                <a:latin typeface="Trebuchet MS" pitchFamily="34" charset="0"/>
              </a:defRPr>
            </a:lvl4pPr>
            <a:lvl5pPr marL="1915850" indent="-278669">
              <a:defRPr sz="1493">
                <a:latin typeface="Trebuchet MS" pitchFamily="34" charset="0"/>
              </a:defRPr>
            </a:lvl5pPr>
          </a:lstStyle>
          <a:p>
            <a:pPr lvl="0"/>
            <a:r>
              <a:rPr lang="en-US" dirty="0"/>
              <a:t>Enter your text here</a:t>
            </a:r>
          </a:p>
        </p:txBody>
      </p:sp>
      <p:sp>
        <p:nvSpPr>
          <p:cNvPr id="29" name="Text Placeholder 5"/>
          <p:cNvSpPr>
            <a:spLocks noGrp="1"/>
          </p:cNvSpPr>
          <p:nvPr>
            <p:ph type="body" sz="quarter" idx="29" hasCustomPrompt="1"/>
          </p:nvPr>
        </p:nvSpPr>
        <p:spPr>
          <a:xfrm>
            <a:off x="21973955" y="12828928"/>
            <a:ext cx="6698012" cy="450228"/>
          </a:xfrm>
          <a:prstGeom prst="rect">
            <a:avLst/>
          </a:prstGeom>
          <a:noFill/>
        </p:spPr>
        <p:txBody>
          <a:bodyPr wrap="square" lIns="52249" tIns="52249" rIns="52249" bIns="52249" anchor="ctr" anchorCtr="0">
            <a:spAutoFit/>
          </a:bodyPr>
          <a:lstStyle>
            <a:lvl1pPr marL="0" indent="0" algn="ctr">
              <a:buNone/>
              <a:defRPr sz="2240" b="1" u="sng" baseline="0">
                <a:solidFill>
                  <a:schemeClr val="accent5">
                    <a:lumMod val="50000"/>
                  </a:schemeClr>
                </a:solidFill>
              </a:defRPr>
            </a:lvl1pPr>
          </a:lstStyle>
          <a:p>
            <a:pPr lvl="0"/>
            <a:r>
              <a:rPr lang="en-US" dirty="0"/>
              <a:t>(click to add)  ACKNOWLEDGEMENTS  or  CONTACT</a:t>
            </a:r>
          </a:p>
        </p:txBody>
      </p:sp>
      <p:sp>
        <p:nvSpPr>
          <p:cNvPr id="30" name="Text Placeholder 3"/>
          <p:cNvSpPr>
            <a:spLocks noGrp="1"/>
          </p:cNvSpPr>
          <p:nvPr>
            <p:ph type="body" sz="quarter" idx="30" hasCustomPrompt="1"/>
          </p:nvPr>
        </p:nvSpPr>
        <p:spPr>
          <a:xfrm>
            <a:off x="21972279" y="13290313"/>
            <a:ext cx="6701366" cy="493538"/>
          </a:xfrm>
          <a:prstGeom prst="rect">
            <a:avLst/>
          </a:prstGeom>
        </p:spPr>
        <p:txBody>
          <a:bodyPr wrap="square" lIns="130622" tIns="130622" rIns="130622" bIns="130622">
            <a:spAutoFit/>
          </a:bodyPr>
          <a:lstStyle>
            <a:lvl1pPr marL="0" indent="0">
              <a:buNone/>
              <a:defRPr sz="1493">
                <a:solidFill>
                  <a:schemeClr val="accent5">
                    <a:lumMod val="50000"/>
                  </a:schemeClr>
                </a:solidFill>
                <a:latin typeface="Times New Roman" panose="02020603050405020304" pitchFamily="18" charset="0"/>
                <a:cs typeface="Times New Roman" panose="02020603050405020304" pitchFamily="18" charset="0"/>
              </a:defRPr>
            </a:lvl1pPr>
            <a:lvl2pPr marL="905674" indent="-348336">
              <a:defRPr sz="1493">
                <a:latin typeface="Trebuchet MS" pitchFamily="34" charset="0"/>
              </a:defRPr>
            </a:lvl2pPr>
            <a:lvl3pPr marL="1254010" indent="-348336">
              <a:defRPr sz="1493">
                <a:latin typeface="Trebuchet MS" pitchFamily="34" charset="0"/>
              </a:defRPr>
            </a:lvl3pPr>
            <a:lvl4pPr marL="1637181" indent="-383170">
              <a:defRPr sz="1493">
                <a:latin typeface="Trebuchet MS" pitchFamily="34" charset="0"/>
              </a:defRPr>
            </a:lvl4pPr>
            <a:lvl5pPr marL="1915850" indent="-278669">
              <a:defRPr sz="1493">
                <a:latin typeface="Trebuchet MS" pitchFamily="34" charset="0"/>
              </a:defRPr>
            </a:lvl5pPr>
          </a:lstStyle>
          <a:p>
            <a:pPr lvl="0"/>
            <a:r>
              <a:rPr lang="en-US" dirty="0"/>
              <a:t>Enter your text here</a:t>
            </a:r>
          </a:p>
        </p:txBody>
      </p:sp>
      <p:sp>
        <p:nvSpPr>
          <p:cNvPr id="83" name="Text Placeholder 76"/>
          <p:cNvSpPr>
            <a:spLocks noGrp="1"/>
          </p:cNvSpPr>
          <p:nvPr>
            <p:ph type="body" sz="quarter" idx="150" hasCustomPrompt="1"/>
          </p:nvPr>
        </p:nvSpPr>
        <p:spPr>
          <a:xfrm>
            <a:off x="3906520" y="1078170"/>
            <a:ext cx="21447761" cy="598230"/>
          </a:xfrm>
          <a:prstGeom prst="rect">
            <a:avLst/>
          </a:prstGeom>
        </p:spPr>
        <p:txBody>
          <a:bodyPr>
            <a:normAutofit/>
          </a:bodyPr>
          <a:lstStyle>
            <a:lvl1pPr marL="0" indent="0" algn="ctr">
              <a:buFontTx/>
              <a:buNone/>
              <a:defRPr sz="3840">
                <a:solidFill>
                  <a:schemeClr val="accent5">
                    <a:lumMod val="50000"/>
                  </a:schemeClr>
                </a:solidFill>
              </a:defRPr>
            </a:lvl1pPr>
            <a:lvl2pPr>
              <a:buFontTx/>
              <a:buNone/>
              <a:defRPr sz="7680"/>
            </a:lvl2pPr>
            <a:lvl3pPr>
              <a:buFontTx/>
              <a:buNone/>
              <a:defRPr sz="7680"/>
            </a:lvl3pPr>
            <a:lvl4pPr>
              <a:buFontTx/>
              <a:buNone/>
              <a:defRPr sz="7680"/>
            </a:lvl4pPr>
            <a:lvl5pPr>
              <a:buFontTx/>
              <a:buNone/>
              <a:defRPr sz="7680"/>
            </a:lvl5pPr>
          </a:lstStyle>
          <a:p>
            <a:pPr lvl="0"/>
            <a:r>
              <a:rPr lang="en-US" dirty="0"/>
              <a:t>Click here to add authors</a:t>
            </a:r>
          </a:p>
        </p:txBody>
      </p:sp>
      <p:sp>
        <p:nvSpPr>
          <p:cNvPr id="84" name="Text Placeholder 76"/>
          <p:cNvSpPr>
            <a:spLocks noGrp="1"/>
          </p:cNvSpPr>
          <p:nvPr>
            <p:ph type="body" sz="quarter" idx="184" hasCustomPrompt="1"/>
          </p:nvPr>
        </p:nvSpPr>
        <p:spPr>
          <a:xfrm>
            <a:off x="3906520" y="1676400"/>
            <a:ext cx="21447761" cy="634555"/>
          </a:xfrm>
          <a:prstGeom prst="rect">
            <a:avLst/>
          </a:prstGeom>
        </p:spPr>
        <p:txBody>
          <a:bodyPr>
            <a:normAutofit/>
          </a:bodyPr>
          <a:lstStyle>
            <a:lvl1pPr marL="0" indent="0" algn="ctr">
              <a:buFontTx/>
              <a:buNone/>
              <a:defRPr sz="2987">
                <a:solidFill>
                  <a:schemeClr val="accent5">
                    <a:lumMod val="50000"/>
                  </a:schemeClr>
                </a:solidFill>
              </a:defRPr>
            </a:lvl1pPr>
            <a:lvl2pPr>
              <a:buFontTx/>
              <a:buNone/>
              <a:defRPr sz="7680"/>
            </a:lvl2pPr>
            <a:lvl3pPr>
              <a:buFontTx/>
              <a:buNone/>
              <a:defRPr sz="7680"/>
            </a:lvl3pPr>
            <a:lvl4pPr>
              <a:buFontTx/>
              <a:buNone/>
              <a:defRPr sz="7680"/>
            </a:lvl4pPr>
            <a:lvl5pPr>
              <a:buFontTx/>
              <a:buNone/>
              <a:defRPr sz="7680"/>
            </a:lvl5pPr>
          </a:lstStyle>
          <a:p>
            <a:pPr lvl="0"/>
            <a:r>
              <a:rPr lang="en-US" dirty="0"/>
              <a:t>Click here to add affiliations</a:t>
            </a:r>
          </a:p>
        </p:txBody>
      </p:sp>
      <p:sp>
        <p:nvSpPr>
          <p:cNvPr id="85" name="Text Placeholder 76"/>
          <p:cNvSpPr>
            <a:spLocks noGrp="1"/>
          </p:cNvSpPr>
          <p:nvPr>
            <p:ph type="body" sz="quarter" idx="185" hasCustomPrompt="1"/>
          </p:nvPr>
        </p:nvSpPr>
        <p:spPr>
          <a:xfrm>
            <a:off x="3906520" y="232386"/>
            <a:ext cx="21447761" cy="834414"/>
          </a:xfrm>
          <a:prstGeom prst="rect">
            <a:avLst/>
          </a:prstGeom>
        </p:spPr>
        <p:txBody>
          <a:bodyPr>
            <a:normAutofit/>
          </a:bodyPr>
          <a:lstStyle>
            <a:lvl1pPr marL="0" indent="0" algn="ctr">
              <a:buFontTx/>
              <a:buNone/>
              <a:defRPr sz="5120" b="1">
                <a:solidFill>
                  <a:schemeClr val="accent5">
                    <a:lumMod val="50000"/>
                  </a:schemeClr>
                </a:solidFill>
              </a:defRPr>
            </a:lvl1pPr>
            <a:lvl2pPr>
              <a:buFontTx/>
              <a:buNone/>
              <a:defRPr sz="7680"/>
            </a:lvl2pPr>
            <a:lvl3pPr>
              <a:buFontTx/>
              <a:buNone/>
              <a:defRPr sz="7680"/>
            </a:lvl3pPr>
            <a:lvl4pPr>
              <a:buFontTx/>
              <a:buNone/>
              <a:defRPr sz="7680"/>
            </a:lvl4pPr>
            <a:lvl5pPr>
              <a:buFontTx/>
              <a:buNone/>
              <a:defRPr sz="7680"/>
            </a:lvl5pPr>
          </a:lstStyle>
          <a:p>
            <a:pPr lvl="0"/>
            <a:r>
              <a:rPr lang="en-US" dirty="0"/>
              <a:t>Click here to add title</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1.png"/><Relationship Id="rId7" Type="http://schemas.openxmlformats.org/officeDocument/2006/relationships/hyperlink" Target="https://www.posterpresentations.com/how-to-change-the-research-poster-template-colors.html" TargetMode="External"/><Relationship Id="rId12" Type="http://schemas.openxmlformats.org/officeDocument/2006/relationships/image" Target="../media/image8.png"/><Relationship Id="rId2"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hyperlink" Target="https://www.posterpresentations.com/research" TargetMode="External"/><Relationship Id="rId5" Type="http://schemas.openxmlformats.org/officeDocument/2006/relationships/image" Target="../media/image3.png"/><Relationship Id="rId10" Type="http://schemas.openxmlformats.org/officeDocument/2006/relationships/image" Target="../media/image7.png"/><Relationship Id="rId4" Type="http://schemas.openxmlformats.org/officeDocument/2006/relationships/image" Target="../media/image2.png"/><Relationship Id="rId9" Type="http://schemas.openxmlformats.org/officeDocument/2006/relationships/image" Target="../media/image6.png"/></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1.png"/><Relationship Id="rId7" Type="http://schemas.openxmlformats.org/officeDocument/2006/relationships/hyperlink" Target="https://www.posterpresentations.com/how-to-change-the-research-poster-template-colors.html" TargetMode="External"/><Relationship Id="rId12" Type="http://schemas.openxmlformats.org/officeDocument/2006/relationships/image" Target="../media/image8.png"/><Relationship Id="rId2" Type="http://schemas.openxmlformats.org/officeDocument/2006/relationships/theme" Target="../theme/theme3.xml"/><Relationship Id="rId1" Type="http://schemas.openxmlformats.org/officeDocument/2006/relationships/slideLayout" Target="../slideLayouts/slideLayout3.xml"/><Relationship Id="rId6" Type="http://schemas.openxmlformats.org/officeDocument/2006/relationships/image" Target="../media/image4.png"/><Relationship Id="rId11" Type="http://schemas.openxmlformats.org/officeDocument/2006/relationships/hyperlink" Target="https://www.posterpresentations.com/research" TargetMode="External"/><Relationship Id="rId5" Type="http://schemas.openxmlformats.org/officeDocument/2006/relationships/image" Target="../media/image3.png"/><Relationship Id="rId10" Type="http://schemas.openxmlformats.org/officeDocument/2006/relationships/image" Target="../media/image7.png"/><Relationship Id="rId4" Type="http://schemas.openxmlformats.org/officeDocument/2006/relationships/image" Target="../media/image2.png"/><Relationship Id="rId9" Type="http://schemas.openxmlformats.org/officeDocument/2006/relationships/image" Target="../media/image6.png"/></Relationships>
</file>

<file path=ppt/slideMasters/_rels/slideMaster4.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1.png"/><Relationship Id="rId7" Type="http://schemas.openxmlformats.org/officeDocument/2006/relationships/hyperlink" Target="https://www.posterpresentations.com/how-to-change-the-research-poster-template-colors.html" TargetMode="External"/><Relationship Id="rId12" Type="http://schemas.openxmlformats.org/officeDocument/2006/relationships/image" Target="../media/image8.png"/><Relationship Id="rId2" Type="http://schemas.openxmlformats.org/officeDocument/2006/relationships/theme" Target="../theme/theme4.xml"/><Relationship Id="rId1" Type="http://schemas.openxmlformats.org/officeDocument/2006/relationships/slideLayout" Target="../slideLayouts/slideLayout4.xml"/><Relationship Id="rId6" Type="http://schemas.openxmlformats.org/officeDocument/2006/relationships/image" Target="../media/image4.png"/><Relationship Id="rId11" Type="http://schemas.openxmlformats.org/officeDocument/2006/relationships/hyperlink" Target="https://www.posterpresentations.com/research" TargetMode="External"/><Relationship Id="rId5" Type="http://schemas.openxmlformats.org/officeDocument/2006/relationships/image" Target="../media/image3.png"/><Relationship Id="rId10" Type="http://schemas.openxmlformats.org/officeDocument/2006/relationships/image" Target="../media/image7.png"/><Relationship Id="rId4" Type="http://schemas.openxmlformats.org/officeDocument/2006/relationships/image" Target="../media/image2.png"/><Relationship Id="rId9" Type="http://schemas.openxmlformats.org/officeDocument/2006/relationships/image" Target="../media/image6.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pSp>
        <p:nvGrpSpPr>
          <p:cNvPr id="17" name="Group 16">
            <a:extLst>
              <a:ext uri="{FF2B5EF4-FFF2-40B4-BE49-F238E27FC236}">
                <a16:creationId xmlns:a16="http://schemas.microsoft.com/office/drawing/2014/main" id="{FD951A23-7FFD-204C-869A-7469BE75700C}"/>
              </a:ext>
            </a:extLst>
          </p:cNvPr>
          <p:cNvGrpSpPr/>
          <p:nvPr userDrawn="1"/>
        </p:nvGrpSpPr>
        <p:grpSpPr>
          <a:xfrm>
            <a:off x="-86402" y="-57150"/>
            <a:ext cx="29433603" cy="16573500"/>
            <a:chOff x="-81002" y="-57150"/>
            <a:chExt cx="27594003" cy="16573500"/>
          </a:xfrm>
        </p:grpSpPr>
        <p:sp>
          <p:nvSpPr>
            <p:cNvPr id="18" name="Text Box 14">
              <a:extLst>
                <a:ext uri="{FF2B5EF4-FFF2-40B4-BE49-F238E27FC236}">
                  <a16:creationId xmlns:a16="http://schemas.microsoft.com/office/drawing/2014/main" id="{5CADBED4-23B3-AF42-BFCE-723FDBBF101F}"/>
                </a:ext>
              </a:extLst>
            </p:cNvPr>
            <p:cNvSpPr txBox="1">
              <a:spLocks noChangeArrowheads="1"/>
            </p:cNvSpPr>
            <p:nvPr userDrawn="1"/>
          </p:nvSpPr>
          <p:spPr bwMode="auto">
            <a:xfrm>
              <a:off x="918370" y="16156940"/>
              <a:ext cx="1571625" cy="200575"/>
            </a:xfrm>
            <a:prstGeom prst="rect">
              <a:avLst/>
            </a:prstGeom>
            <a:noFill/>
            <a:ln w="9525">
              <a:noFill/>
              <a:miter lim="800000"/>
              <a:headEnd/>
              <a:tailEnd/>
            </a:ln>
            <a:effectLst/>
          </p:spPr>
          <p:txBody>
            <a:bodyPr lIns="52150" tIns="26070" rIns="52150" bIns="26070">
              <a:spAutoFit/>
            </a:bodyPr>
            <a:lstStyle/>
            <a:p>
              <a:pPr eaLnBrk="0" hangingPunct="0">
                <a:lnSpc>
                  <a:spcPct val="65000"/>
                </a:lnSpc>
                <a:spcBef>
                  <a:spcPct val="50000"/>
                </a:spcBef>
                <a:defRPr/>
              </a:pPr>
              <a:r>
                <a:rPr lang="en-US" sz="320" b="1" dirty="0">
                  <a:solidFill>
                    <a:schemeClr val="bg1">
                      <a:lumMod val="75000"/>
                    </a:schemeClr>
                  </a:solidFill>
                  <a:latin typeface="Arial" charset="0"/>
                </a:rPr>
                <a:t>RESEARCH POSTER PRESENTATION DESIGN © 2012</a:t>
              </a:r>
            </a:p>
            <a:p>
              <a:pPr eaLnBrk="0" hangingPunct="0">
                <a:lnSpc>
                  <a:spcPct val="65000"/>
                </a:lnSpc>
                <a:spcBef>
                  <a:spcPct val="50000"/>
                </a:spcBef>
                <a:defRPr/>
              </a:pPr>
              <a:r>
                <a:rPr lang="en-US" sz="640" b="1" dirty="0">
                  <a:solidFill>
                    <a:schemeClr val="bg1">
                      <a:lumMod val="75000"/>
                    </a:schemeClr>
                  </a:solidFill>
                  <a:latin typeface="Arial" charset="0"/>
                </a:rPr>
                <a:t>www.PosterPresentations.com</a:t>
              </a:r>
            </a:p>
          </p:txBody>
        </p:sp>
        <p:sp>
          <p:nvSpPr>
            <p:cNvPr id="19" name="Freeform 18">
              <a:extLst>
                <a:ext uri="{FF2B5EF4-FFF2-40B4-BE49-F238E27FC236}">
                  <a16:creationId xmlns:a16="http://schemas.microsoft.com/office/drawing/2014/main" id="{91BD7D7F-62B0-8943-A75B-964AE3FA2ACD}"/>
                </a:ext>
              </a:extLst>
            </p:cNvPr>
            <p:cNvSpPr/>
            <p:nvPr userDrawn="1"/>
          </p:nvSpPr>
          <p:spPr>
            <a:xfrm>
              <a:off x="-36170" y="-48064"/>
              <a:ext cx="27549171" cy="16564414"/>
            </a:xfrm>
            <a:custGeom>
              <a:avLst/>
              <a:gdLst>
                <a:gd name="connsiteX0" fmla="*/ 0 w 44005500"/>
                <a:gd name="connsiteY0" fmla="*/ 0 h 32956500"/>
                <a:gd name="connsiteX1" fmla="*/ 44005500 w 44005500"/>
                <a:gd name="connsiteY1" fmla="*/ 32956500 h 32956500"/>
                <a:gd name="connsiteX2" fmla="*/ 38100 w 44005500"/>
                <a:gd name="connsiteY2" fmla="*/ 32918400 h 32956500"/>
                <a:gd name="connsiteX3" fmla="*/ 0 w 44005500"/>
                <a:gd name="connsiteY3" fmla="*/ 0 h 32956500"/>
              </a:gdLst>
              <a:ahLst/>
              <a:cxnLst>
                <a:cxn ang="0">
                  <a:pos x="connsiteX0" y="connsiteY0"/>
                </a:cxn>
                <a:cxn ang="0">
                  <a:pos x="connsiteX1" y="connsiteY1"/>
                </a:cxn>
                <a:cxn ang="0">
                  <a:pos x="connsiteX2" y="connsiteY2"/>
                </a:cxn>
                <a:cxn ang="0">
                  <a:pos x="connsiteX3" y="connsiteY3"/>
                </a:cxn>
              </a:cxnLst>
              <a:rect l="l" t="t" r="r" b="b"/>
              <a:pathLst>
                <a:path w="44005500" h="32956500">
                  <a:moveTo>
                    <a:pt x="0" y="0"/>
                  </a:moveTo>
                  <a:lnTo>
                    <a:pt x="44005500" y="32956500"/>
                  </a:lnTo>
                  <a:lnTo>
                    <a:pt x="38100" y="32918400"/>
                  </a:lnTo>
                  <a:lnTo>
                    <a:pt x="0" y="0"/>
                  </a:lnTo>
                  <a:close/>
                </a:path>
              </a:pathLst>
            </a:custGeom>
            <a:gradFill>
              <a:gsLst>
                <a:gs pos="79000">
                  <a:schemeClr val="accent1">
                    <a:lumMod val="40000"/>
                    <a:lumOff val="60000"/>
                  </a:schemeClr>
                </a:gs>
                <a:gs pos="13000">
                  <a:schemeClr val="accent1">
                    <a:lumMod val="30000"/>
                    <a:lumOff val="7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227" dirty="0"/>
            </a:p>
          </p:txBody>
        </p:sp>
        <p:sp>
          <p:nvSpPr>
            <p:cNvPr id="20" name="Freeform 19">
              <a:extLst>
                <a:ext uri="{FF2B5EF4-FFF2-40B4-BE49-F238E27FC236}">
                  <a16:creationId xmlns:a16="http://schemas.microsoft.com/office/drawing/2014/main" id="{F5781D29-8D26-CC47-8DC4-40A80CE43282}"/>
                </a:ext>
              </a:extLst>
            </p:cNvPr>
            <p:cNvSpPr/>
            <p:nvPr userDrawn="1"/>
          </p:nvSpPr>
          <p:spPr>
            <a:xfrm flipH="1" flipV="1">
              <a:off x="-36170" y="-48064"/>
              <a:ext cx="27549169" cy="16555891"/>
            </a:xfrm>
            <a:custGeom>
              <a:avLst/>
              <a:gdLst>
                <a:gd name="connsiteX0" fmla="*/ 0 w 44005500"/>
                <a:gd name="connsiteY0" fmla="*/ 0 h 32956500"/>
                <a:gd name="connsiteX1" fmla="*/ 44005500 w 44005500"/>
                <a:gd name="connsiteY1" fmla="*/ 32956500 h 32956500"/>
                <a:gd name="connsiteX2" fmla="*/ 38100 w 44005500"/>
                <a:gd name="connsiteY2" fmla="*/ 32918400 h 32956500"/>
                <a:gd name="connsiteX3" fmla="*/ 0 w 44005500"/>
                <a:gd name="connsiteY3" fmla="*/ 0 h 32956500"/>
              </a:gdLst>
              <a:ahLst/>
              <a:cxnLst>
                <a:cxn ang="0">
                  <a:pos x="connsiteX0" y="connsiteY0"/>
                </a:cxn>
                <a:cxn ang="0">
                  <a:pos x="connsiteX1" y="connsiteY1"/>
                </a:cxn>
                <a:cxn ang="0">
                  <a:pos x="connsiteX2" y="connsiteY2"/>
                </a:cxn>
                <a:cxn ang="0">
                  <a:pos x="connsiteX3" y="connsiteY3"/>
                </a:cxn>
              </a:cxnLst>
              <a:rect l="l" t="t" r="r" b="b"/>
              <a:pathLst>
                <a:path w="44005500" h="32956500">
                  <a:moveTo>
                    <a:pt x="0" y="0"/>
                  </a:moveTo>
                  <a:lnTo>
                    <a:pt x="44005500" y="32956500"/>
                  </a:lnTo>
                  <a:lnTo>
                    <a:pt x="38100" y="32918400"/>
                  </a:lnTo>
                  <a:lnTo>
                    <a:pt x="0" y="0"/>
                  </a:lnTo>
                  <a:close/>
                </a:path>
              </a:pathLst>
            </a:custGeom>
            <a:gradFill>
              <a:gsLst>
                <a:gs pos="41000">
                  <a:schemeClr val="bg2"/>
                </a:gs>
                <a:gs pos="100000">
                  <a:schemeClr val="accent1">
                    <a:lumMod val="30000"/>
                    <a:lumOff val="7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227"/>
            </a:p>
          </p:txBody>
        </p:sp>
        <p:sp>
          <p:nvSpPr>
            <p:cNvPr id="21" name="Freeform 20">
              <a:extLst>
                <a:ext uri="{FF2B5EF4-FFF2-40B4-BE49-F238E27FC236}">
                  <a16:creationId xmlns:a16="http://schemas.microsoft.com/office/drawing/2014/main" id="{7682AA11-F0B4-4A45-BA47-EA99831A6CA8}"/>
                </a:ext>
              </a:extLst>
            </p:cNvPr>
            <p:cNvSpPr/>
            <p:nvPr userDrawn="1"/>
          </p:nvSpPr>
          <p:spPr>
            <a:xfrm>
              <a:off x="-81002" y="-57150"/>
              <a:ext cx="27594003" cy="16573500"/>
            </a:xfrm>
            <a:custGeom>
              <a:avLst/>
              <a:gdLst>
                <a:gd name="connsiteX0" fmla="*/ 36576 w 39026592"/>
                <a:gd name="connsiteY0" fmla="*/ 0 h 30614112"/>
                <a:gd name="connsiteX1" fmla="*/ 15837408 w 39026592"/>
                <a:gd name="connsiteY1" fmla="*/ 30614112 h 30614112"/>
                <a:gd name="connsiteX2" fmla="*/ 39026592 w 39026592"/>
                <a:gd name="connsiteY2" fmla="*/ 13350240 h 30614112"/>
                <a:gd name="connsiteX3" fmla="*/ 0 w 39026592"/>
                <a:gd name="connsiteY3" fmla="*/ 73152 h 30614112"/>
                <a:gd name="connsiteX4" fmla="*/ 109728 w 39026592"/>
                <a:gd name="connsiteY4" fmla="*/ 146304 h 306141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026592" h="30614112">
                  <a:moveTo>
                    <a:pt x="36576" y="0"/>
                  </a:moveTo>
                  <a:lnTo>
                    <a:pt x="15837408" y="30614112"/>
                  </a:lnTo>
                  <a:lnTo>
                    <a:pt x="39026592" y="13350240"/>
                  </a:lnTo>
                  <a:lnTo>
                    <a:pt x="0" y="73152"/>
                  </a:lnTo>
                  <a:lnTo>
                    <a:pt x="109728" y="146304"/>
                  </a:lnTo>
                </a:path>
              </a:pathLst>
            </a:custGeom>
            <a:gradFill flip="none" rotWithShape="1">
              <a:gsLst>
                <a:gs pos="0">
                  <a:schemeClr val="bg1"/>
                </a:gs>
                <a:gs pos="76000">
                  <a:schemeClr val="accent1">
                    <a:lumMod val="30000"/>
                    <a:lumOff val="70000"/>
                    <a:alpha val="0"/>
                  </a:schemeClr>
                </a:gs>
              </a:gsLst>
              <a:path path="rect">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227"/>
            </a:p>
          </p:txBody>
        </p:sp>
        <p:sp>
          <p:nvSpPr>
            <p:cNvPr id="22" name="Text Box 14">
              <a:extLst>
                <a:ext uri="{FF2B5EF4-FFF2-40B4-BE49-F238E27FC236}">
                  <a16:creationId xmlns:a16="http://schemas.microsoft.com/office/drawing/2014/main" id="{48717DCE-020D-0045-A9DC-584FF4C3946E}"/>
                </a:ext>
              </a:extLst>
            </p:cNvPr>
            <p:cNvSpPr txBox="1">
              <a:spLocks noChangeArrowheads="1"/>
            </p:cNvSpPr>
            <p:nvPr userDrawn="1"/>
          </p:nvSpPr>
          <p:spPr bwMode="auto">
            <a:xfrm>
              <a:off x="918368" y="15962954"/>
              <a:ext cx="1571625" cy="211282"/>
            </a:xfrm>
            <a:prstGeom prst="rect">
              <a:avLst/>
            </a:prstGeom>
            <a:noFill/>
            <a:ln w="9525">
              <a:noFill/>
              <a:miter lim="800000"/>
              <a:headEnd/>
              <a:tailEnd/>
            </a:ln>
            <a:effectLst/>
          </p:spPr>
          <p:txBody>
            <a:bodyPr lIns="52150" tIns="26070" rIns="52150" bIns="26070">
              <a:spAutoFit/>
            </a:bodyPr>
            <a:lstStyle/>
            <a:p>
              <a:pPr eaLnBrk="0" hangingPunct="0">
                <a:lnSpc>
                  <a:spcPct val="65000"/>
                </a:lnSpc>
                <a:spcBef>
                  <a:spcPct val="50000"/>
                </a:spcBef>
                <a:defRPr/>
              </a:pPr>
              <a:r>
                <a:rPr lang="en-US" sz="427" b="1" dirty="0">
                  <a:solidFill>
                    <a:schemeClr val="bg1">
                      <a:lumMod val="75000"/>
                    </a:schemeClr>
                  </a:solidFill>
                  <a:latin typeface="Arial" charset="0"/>
                </a:rPr>
                <a:t>RESEARCH POSTER PRESENTATION DESIGN © 2019</a:t>
              </a:r>
            </a:p>
            <a:p>
              <a:pPr eaLnBrk="0" hangingPunct="0">
                <a:lnSpc>
                  <a:spcPct val="65000"/>
                </a:lnSpc>
                <a:spcBef>
                  <a:spcPct val="50000"/>
                </a:spcBef>
                <a:defRPr/>
              </a:pPr>
              <a:r>
                <a:rPr lang="en-US" sz="640" b="1" dirty="0">
                  <a:solidFill>
                    <a:schemeClr val="bg1">
                      <a:lumMod val="75000"/>
                    </a:schemeClr>
                  </a:solidFill>
                  <a:latin typeface="Arial" charset="0"/>
                </a:rPr>
                <a:t>www.PosterPresentations.com</a:t>
              </a:r>
            </a:p>
          </p:txBody>
        </p:sp>
      </p:grpSp>
      <p:graphicFrame>
        <p:nvGraphicFramePr>
          <p:cNvPr id="10" name="Table 9">
            <a:extLst>
              <a:ext uri="{FF2B5EF4-FFF2-40B4-BE49-F238E27FC236}">
                <a16:creationId xmlns:a16="http://schemas.microsoft.com/office/drawing/2014/main" id="{50E72AA0-F147-7040-A57D-4E62E8BBD767}"/>
              </a:ext>
            </a:extLst>
          </p:cNvPr>
          <p:cNvGraphicFramePr>
            <a:graphicFrameLocks noGrp="1"/>
          </p:cNvGraphicFramePr>
          <p:nvPr userDrawn="1">
            <p:extLst>
              <p:ext uri="{D42A27DB-BD31-4B8C-83A1-F6EECF244321}">
                <p14:modId xmlns:p14="http://schemas.microsoft.com/office/powerpoint/2010/main" val="3035922796"/>
              </p:ext>
            </p:extLst>
          </p:nvPr>
        </p:nvGraphicFramePr>
        <p:xfrm>
          <a:off x="-5980711" y="48126"/>
          <a:ext cx="5621803" cy="16470768"/>
        </p:xfrm>
        <a:graphic>
          <a:graphicData uri="http://schemas.openxmlformats.org/drawingml/2006/table">
            <a:tbl>
              <a:tblPr firstRow="1" bandRow="1">
                <a:tableStyleId>{5C22544A-7EE6-4342-B048-85BDC9FD1C3A}</a:tableStyleId>
              </a:tblPr>
              <a:tblGrid>
                <a:gridCol w="2410585">
                  <a:extLst>
                    <a:ext uri="{9D8B030D-6E8A-4147-A177-3AD203B41FA5}">
                      <a16:colId xmlns:a16="http://schemas.microsoft.com/office/drawing/2014/main" val="20000"/>
                    </a:ext>
                  </a:extLst>
                </a:gridCol>
                <a:gridCol w="3211218">
                  <a:extLst>
                    <a:ext uri="{9D8B030D-6E8A-4147-A177-3AD203B41FA5}">
                      <a16:colId xmlns:a16="http://schemas.microsoft.com/office/drawing/2014/main" val="20001"/>
                    </a:ext>
                  </a:extLst>
                </a:gridCol>
              </a:tblGrid>
              <a:tr h="668723">
                <a:tc gridSpan="2">
                  <a:txBody>
                    <a:bodyPr/>
                    <a:lstStyle/>
                    <a:p>
                      <a:pPr marL="0" marR="0" indent="0" algn="ctr" defTabSz="4388900" rtl="0" eaLnBrk="1" fontAlgn="auto" latinLnBrk="0" hangingPunct="1">
                        <a:lnSpc>
                          <a:spcPct val="100000"/>
                        </a:lnSpc>
                        <a:spcBef>
                          <a:spcPts val="0"/>
                        </a:spcBef>
                        <a:spcAft>
                          <a:spcPts val="0"/>
                        </a:spcAft>
                        <a:buClrTx/>
                        <a:buSzTx/>
                        <a:buFontTx/>
                        <a:buNone/>
                        <a:tabLst/>
                        <a:defRPr/>
                      </a:pPr>
                      <a:r>
                        <a:rPr lang="en-US" sz="1900" b="0" spc="600" dirty="0">
                          <a:solidFill>
                            <a:srgbClr val="1F3A4E"/>
                          </a:solidFill>
                          <a:latin typeface="Arial Black" panose="020B0A04020102020204" pitchFamily="34" charset="0"/>
                        </a:rPr>
                        <a:t>QUICK START GUIDE</a:t>
                      </a:r>
                      <a:br>
                        <a:rPr lang="en-US" sz="1900" b="0" spc="600" dirty="0">
                          <a:solidFill>
                            <a:srgbClr val="1F3A4E"/>
                          </a:solidFill>
                          <a:latin typeface="Arial Black" panose="020B0A04020102020204" pitchFamily="34" charset="0"/>
                        </a:rPr>
                      </a:br>
                      <a:r>
                        <a:rPr lang="en-US" sz="1400" b="1" spc="0" dirty="0">
                          <a:solidFill>
                            <a:srgbClr val="FF0000"/>
                          </a:solidFill>
                          <a:latin typeface="Trebuchet MS" pitchFamily="34" charset="0"/>
                        </a:rPr>
                        <a:t>(THIS SIDEBAR WILL NOT PRINT)</a:t>
                      </a:r>
                      <a:endParaRPr lang="en-US" sz="1900" b="1" spc="600" dirty="0">
                        <a:solidFill>
                          <a:schemeClr val="bg1"/>
                        </a:solidFill>
                        <a:latin typeface="Trebuchet MS" pitchFamily="34" charset="0"/>
                      </a:endParaRPr>
                    </a:p>
                  </a:txBody>
                  <a:tcPr marL="71080" marR="71080" marT="35540" marB="35540">
                    <a:solidFill>
                      <a:srgbClr val="FFC000"/>
                    </a:solidFill>
                  </a:tcPr>
                </a:tc>
                <a:tc hMerge="1">
                  <a:txBody>
                    <a:bodyPr/>
                    <a:lstStyle/>
                    <a:p>
                      <a:endParaRPr lang="en-US" dirty="0"/>
                    </a:p>
                  </a:txBody>
                  <a:tcPr/>
                </a:tc>
                <a:extLst>
                  <a:ext uri="{0D108BD9-81ED-4DB2-BD59-A6C34878D82A}">
                    <a16:rowId xmlns:a16="http://schemas.microsoft.com/office/drawing/2014/main" val="10000"/>
                  </a:ext>
                </a:extLst>
              </a:tr>
              <a:tr h="2116496">
                <a:tc gridSpan="2">
                  <a:txBody>
                    <a:bodyPr/>
                    <a:lstStyle/>
                    <a:p>
                      <a:pPr defTabSz="3765639"/>
                      <a:r>
                        <a:rPr lang="en-US" sz="1000" i="0" dirty="0">
                          <a:solidFill>
                            <a:srgbClr val="D9D9D9"/>
                          </a:solidFill>
                          <a:latin typeface="Arial"/>
                          <a:cs typeface="Arial"/>
                        </a:rPr>
                        <a:t>This PowerPoint template produces a </a:t>
                      </a:r>
                      <a:r>
                        <a:rPr lang="en-US" sz="1200" i="0" dirty="0">
                          <a:solidFill>
                            <a:srgbClr val="FFC000"/>
                          </a:solidFill>
                          <a:latin typeface="Arial"/>
                          <a:cs typeface="Arial"/>
                        </a:rPr>
                        <a:t>wide screen size (16:9 Ratio) virtual </a:t>
                      </a:r>
                      <a:r>
                        <a:rPr lang="en-US" sz="1000" i="0" dirty="0">
                          <a:solidFill>
                            <a:srgbClr val="D9D9D9"/>
                          </a:solidFill>
                          <a:latin typeface="Arial"/>
                          <a:cs typeface="Arial"/>
                        </a:rPr>
                        <a:t>presentation poster. You can use it to create your research poster by placing your title, subtitle, text, tables, charts and photos. </a:t>
                      </a:r>
                    </a:p>
                    <a:p>
                      <a:pPr defTabSz="3765639"/>
                      <a:endParaRPr lang="en-US" sz="1000" i="0" dirty="0">
                        <a:solidFill>
                          <a:srgbClr val="D9D9D9"/>
                        </a:solidFill>
                        <a:latin typeface="Arial"/>
                        <a:cs typeface="Arial"/>
                      </a:endParaRPr>
                    </a:p>
                    <a:p>
                      <a:pPr defTabSz="3765639"/>
                      <a:r>
                        <a:rPr lang="en-US" sz="1000" i="0" dirty="0">
                          <a:solidFill>
                            <a:srgbClr val="D9D9D9"/>
                          </a:solidFill>
                          <a:latin typeface="Arial"/>
                          <a:cs typeface="Arial"/>
                        </a:rPr>
                        <a:t>We provide a series of online tutorials that will guide you through the poster design process and answer your poster production questions. For complete template tutorials, go online to </a:t>
                      </a:r>
                      <a:r>
                        <a:rPr lang="en-US" sz="1000" i="0" dirty="0" err="1">
                          <a:solidFill>
                            <a:srgbClr val="FFC000"/>
                          </a:solidFill>
                          <a:latin typeface="Arial"/>
                          <a:cs typeface="Arial"/>
                        </a:rPr>
                        <a:t>PosterPresentations.com</a:t>
                      </a:r>
                      <a:r>
                        <a:rPr lang="en-US" sz="1000" i="0" dirty="0">
                          <a:solidFill>
                            <a:srgbClr val="D9D9D9"/>
                          </a:solidFill>
                          <a:latin typeface="Arial"/>
                          <a:cs typeface="Arial"/>
                        </a:rPr>
                        <a:t> and click on the  </a:t>
                      </a:r>
                      <a:r>
                        <a:rPr lang="en-US" sz="1000" i="0" dirty="0">
                          <a:solidFill>
                            <a:srgbClr val="FFC000"/>
                          </a:solidFill>
                          <a:latin typeface="Arial"/>
                          <a:cs typeface="Arial"/>
                        </a:rPr>
                        <a:t>HELP DESK</a:t>
                      </a:r>
                      <a:r>
                        <a:rPr lang="en-US" sz="1000" i="0" baseline="0" dirty="0">
                          <a:solidFill>
                            <a:srgbClr val="D9D9D9"/>
                          </a:solidFill>
                          <a:latin typeface="Arial"/>
                          <a:cs typeface="Arial"/>
                        </a:rPr>
                        <a:t> </a:t>
                      </a:r>
                      <a:r>
                        <a:rPr lang="en-US" sz="1000" i="0" dirty="0">
                          <a:solidFill>
                            <a:srgbClr val="D9D9D9"/>
                          </a:solidFill>
                          <a:latin typeface="Arial"/>
                          <a:cs typeface="Arial"/>
                        </a:rPr>
                        <a:t>tab.</a:t>
                      </a:r>
                    </a:p>
                    <a:p>
                      <a:pPr defTabSz="3765639"/>
                      <a:endParaRPr lang="en-US" sz="1000" i="0" dirty="0">
                        <a:solidFill>
                          <a:srgbClr val="D9D9D9"/>
                        </a:solidFill>
                        <a:latin typeface="Arial"/>
                        <a:cs typeface="Arial"/>
                      </a:endParaRPr>
                    </a:p>
                    <a:p>
                      <a:pPr defTabSz="3765639"/>
                      <a:r>
                        <a:rPr lang="en-US" sz="1000" i="0" dirty="0">
                          <a:solidFill>
                            <a:srgbClr val="D9D9D9"/>
                          </a:solidFill>
                          <a:latin typeface="Arial"/>
                          <a:cs typeface="Arial"/>
                        </a:rPr>
                        <a:t>To print your poster using our same-day professional printing service, go online to </a:t>
                      </a:r>
                      <a:r>
                        <a:rPr lang="en-US" sz="1000" i="0" dirty="0" err="1">
                          <a:solidFill>
                            <a:srgbClr val="FFC000"/>
                          </a:solidFill>
                          <a:latin typeface="Arial"/>
                          <a:cs typeface="Arial"/>
                        </a:rPr>
                        <a:t>PosterPresentations.com</a:t>
                      </a:r>
                      <a:r>
                        <a:rPr lang="en-US" sz="1000" i="0" dirty="0">
                          <a:solidFill>
                            <a:srgbClr val="D9D9D9"/>
                          </a:solidFill>
                          <a:latin typeface="Arial"/>
                          <a:cs typeface="Arial"/>
                        </a:rPr>
                        <a:t> and click on "</a:t>
                      </a:r>
                      <a:r>
                        <a:rPr lang="en-US" sz="1000" i="0" dirty="0">
                          <a:solidFill>
                            <a:srgbClr val="FFC000"/>
                          </a:solidFill>
                          <a:latin typeface="Arial"/>
                          <a:cs typeface="Arial"/>
                        </a:rPr>
                        <a:t>Order your poster</a:t>
                      </a:r>
                      <a:r>
                        <a:rPr lang="en-US" sz="1000" i="0" dirty="0">
                          <a:solidFill>
                            <a:srgbClr val="D9D9D9"/>
                          </a:solidFill>
                          <a:latin typeface="Arial"/>
                          <a:cs typeface="Arial"/>
                        </a:rPr>
                        <a:t>".</a:t>
                      </a:r>
                      <a:endParaRPr lang="en-US" sz="1000" b="1" dirty="0">
                        <a:solidFill>
                          <a:srgbClr val="D9D9D9"/>
                        </a:solidFill>
                        <a:latin typeface="Arial"/>
                        <a:cs typeface="Arial"/>
                      </a:endParaRPr>
                    </a:p>
                  </a:txBody>
                  <a:tcPr marL="71080" marR="71080" marT="35540" marB="35540">
                    <a:solidFill>
                      <a:srgbClr val="010101"/>
                    </a:solidFill>
                  </a:tcPr>
                </a:tc>
                <a:tc hMerge="1">
                  <a:txBody>
                    <a:bodyPr/>
                    <a:lstStyle/>
                    <a:p>
                      <a:pPr marL="0" indent="0" algn="l" defTabSz="114300"/>
                      <a:endParaRPr lang="en-US" sz="2400" b="0" baseline="0" dirty="0">
                        <a:solidFill>
                          <a:srgbClr val="FFC000"/>
                        </a:solidFill>
                        <a:latin typeface="Arial" panose="020B0604020202020204" pitchFamily="34" charset="0"/>
                        <a:cs typeface="Arial" panose="020B0604020202020204" pitchFamily="34" charset="0"/>
                      </a:endParaRPr>
                    </a:p>
                  </a:txBody>
                  <a:tcPr>
                    <a:solidFill>
                      <a:schemeClr val="tx1">
                        <a:lumMod val="95000"/>
                        <a:lumOff val="5000"/>
                      </a:schemeClr>
                    </a:solidFill>
                  </a:tcPr>
                </a:tc>
                <a:extLst>
                  <a:ext uri="{0D108BD9-81ED-4DB2-BD59-A6C34878D82A}">
                    <a16:rowId xmlns:a16="http://schemas.microsoft.com/office/drawing/2014/main" val="677555919"/>
                  </a:ext>
                </a:extLst>
              </a:tr>
              <a:tr h="2300540">
                <a:tc>
                  <a:txBody>
                    <a:bodyPr/>
                    <a:lstStyle/>
                    <a:p>
                      <a:pPr algn="ctr"/>
                      <a:endParaRPr lang="en-US" sz="1200" dirty="0">
                        <a:solidFill>
                          <a:srgbClr val="1F3A4E"/>
                        </a:solidFill>
                      </a:endParaRPr>
                    </a:p>
                    <a:p>
                      <a:pPr marL="0" marR="0" indent="0" algn="ctr" defTabSz="5015886" rtl="0" eaLnBrk="1" fontAlgn="auto" latinLnBrk="0" hangingPunct="1">
                        <a:lnSpc>
                          <a:spcPct val="100000"/>
                        </a:lnSpc>
                        <a:spcBef>
                          <a:spcPts val="0"/>
                        </a:spcBef>
                        <a:spcAft>
                          <a:spcPts val="0"/>
                        </a:spcAft>
                        <a:buClrTx/>
                        <a:buSzTx/>
                        <a:buFontTx/>
                        <a:buNone/>
                        <a:tabLst/>
                        <a:defRPr/>
                      </a:pPr>
                      <a:r>
                        <a:rPr lang="en-US" sz="1200" dirty="0">
                          <a:solidFill>
                            <a:schemeClr val="bg1"/>
                          </a:solidFill>
                          <a:latin typeface="Arial" panose="020B0604020202020204" pitchFamily="34" charset="0"/>
                          <a:cs typeface="Arial" panose="020B0604020202020204" pitchFamily="34" charset="0"/>
                        </a:rPr>
                        <a:t>This is a template for a </a:t>
                      </a:r>
                    </a:p>
                    <a:p>
                      <a:pPr algn="ctr"/>
                      <a:r>
                        <a:rPr lang="en-US" sz="1200" dirty="0">
                          <a:solidFill>
                            <a:schemeClr val="bg1"/>
                          </a:solidFill>
                          <a:latin typeface="Arial" panose="020B0604020202020204" pitchFamily="34" charset="0"/>
                          <a:cs typeface="Arial" panose="020B0604020202020204" pitchFamily="34" charset="0"/>
                        </a:rPr>
                        <a:t>presentation poster</a:t>
                      </a:r>
                      <a:br>
                        <a:rPr lang="en-US" sz="1200" dirty="0">
                          <a:solidFill>
                            <a:schemeClr val="bg1"/>
                          </a:solidFill>
                          <a:latin typeface="Arial" panose="020B0604020202020204" pitchFamily="34" charset="0"/>
                          <a:cs typeface="Arial" panose="020B0604020202020204" pitchFamily="34" charset="0"/>
                        </a:rPr>
                      </a:br>
                      <a:r>
                        <a:rPr lang="en-US" sz="2000" b="1" dirty="0">
                          <a:solidFill>
                            <a:srgbClr val="FFC000"/>
                          </a:solidFill>
                          <a:latin typeface="Arial" panose="020B0604020202020204" pitchFamily="34" charset="0"/>
                          <a:cs typeface="Arial" panose="020B0604020202020204" pitchFamily="34" charset="0"/>
                        </a:rPr>
                        <a:t>Virtual</a:t>
                      </a:r>
                      <a:br>
                        <a:rPr lang="en-US" sz="2000" b="1" dirty="0">
                          <a:solidFill>
                            <a:srgbClr val="FFC000"/>
                          </a:solidFill>
                          <a:latin typeface="Arial" panose="020B0604020202020204" pitchFamily="34" charset="0"/>
                          <a:cs typeface="Arial" panose="020B0604020202020204" pitchFamily="34" charset="0"/>
                        </a:rPr>
                      </a:br>
                      <a:r>
                        <a:rPr lang="en-US" sz="2000" b="1" dirty="0">
                          <a:solidFill>
                            <a:srgbClr val="FFC000"/>
                          </a:solidFill>
                          <a:latin typeface="Arial" panose="020B0604020202020204" pitchFamily="34" charset="0"/>
                          <a:cs typeface="Arial" panose="020B0604020202020204" pitchFamily="34" charset="0"/>
                        </a:rPr>
                        <a:t>Wide Screen</a:t>
                      </a:r>
                      <a:br>
                        <a:rPr lang="en-US" sz="2000" b="1" dirty="0">
                          <a:solidFill>
                            <a:srgbClr val="FFC000"/>
                          </a:solidFill>
                          <a:latin typeface="Arial" panose="020B0604020202020204" pitchFamily="34" charset="0"/>
                          <a:cs typeface="Arial" panose="020B0604020202020204" pitchFamily="34" charset="0"/>
                        </a:rPr>
                      </a:br>
                      <a:r>
                        <a:rPr lang="en-US" sz="2000" b="1" dirty="0">
                          <a:solidFill>
                            <a:srgbClr val="FFC000"/>
                          </a:solidFill>
                          <a:latin typeface="Arial" panose="020B0604020202020204" pitchFamily="34" charset="0"/>
                          <a:cs typeface="Arial" panose="020B0604020202020204" pitchFamily="34" charset="0"/>
                        </a:rPr>
                        <a:t>(16:9 Ratio)</a:t>
                      </a:r>
                      <a:br>
                        <a:rPr lang="en-US" sz="1200" dirty="0">
                          <a:solidFill>
                            <a:schemeClr val="bg1"/>
                          </a:solidFill>
                          <a:latin typeface="Arial" panose="020B0604020202020204" pitchFamily="34" charset="0"/>
                          <a:cs typeface="Arial" panose="020B0604020202020204" pitchFamily="34" charset="0"/>
                        </a:rPr>
                      </a:br>
                      <a:endParaRPr lang="en-US" sz="1200" dirty="0">
                        <a:solidFill>
                          <a:srgbClr val="1F3A4E"/>
                        </a:solidFill>
                      </a:endParaRPr>
                    </a:p>
                  </a:txBody>
                  <a:tcPr marL="52579" marR="52579" marT="23003" marB="23003">
                    <a:solidFill>
                      <a:srgbClr val="010101"/>
                    </a:solidFill>
                  </a:tcPr>
                </a:tc>
                <a:tc>
                  <a:txBody>
                    <a:bodyPr/>
                    <a:lstStyle/>
                    <a:p>
                      <a:pPr marL="0" marR="0" indent="0" algn="l" defTabSz="4388900" rtl="0" eaLnBrk="1" fontAlgn="auto" latinLnBrk="0" hangingPunct="1">
                        <a:lnSpc>
                          <a:spcPct val="100000"/>
                        </a:lnSpc>
                        <a:spcBef>
                          <a:spcPts val="0"/>
                        </a:spcBef>
                        <a:spcAft>
                          <a:spcPts val="0"/>
                        </a:spcAft>
                        <a:buClrTx/>
                        <a:buSzTx/>
                        <a:buFontTx/>
                        <a:buNone/>
                        <a:tabLst/>
                        <a:defRPr/>
                      </a:pPr>
                      <a:r>
                        <a:rPr lang="en-US" sz="1200" b="1" baseline="0" dirty="0">
                          <a:solidFill>
                            <a:srgbClr val="FFC000"/>
                          </a:solidFill>
                          <a:latin typeface="Arial" panose="020B0604020202020204" pitchFamily="34" charset="0"/>
                          <a:cs typeface="Arial" panose="020B0604020202020204" pitchFamily="34" charset="0"/>
                        </a:rPr>
                        <a:t>Important: Check the template size</a:t>
                      </a:r>
                      <a:br>
                        <a:rPr lang="en-US" sz="1000" b="0" baseline="0" dirty="0">
                          <a:solidFill>
                            <a:srgbClr val="FFC000"/>
                          </a:solidFill>
                          <a:latin typeface="Arial" panose="020B0604020202020204" pitchFamily="34" charset="0"/>
                          <a:cs typeface="Arial" panose="020B0604020202020204" pitchFamily="34" charset="0"/>
                        </a:rPr>
                      </a:br>
                      <a:r>
                        <a:rPr lang="en-US" sz="1000" b="0" baseline="0" dirty="0">
                          <a:solidFill>
                            <a:srgbClr val="D9D9D9"/>
                          </a:solidFill>
                          <a:latin typeface="Arial" panose="020B0604020202020204" pitchFamily="34" charset="0"/>
                          <a:cs typeface="Arial" panose="020B0604020202020204" pitchFamily="34" charset="0"/>
                        </a:rPr>
                        <a:t>Before you start working on your poster and to avoid printing problems check that you have downloaded and that you are using the correct size template for your poster presentation.</a:t>
                      </a:r>
                      <a:br>
                        <a:rPr lang="en-US" sz="1000" b="0" baseline="0" dirty="0">
                          <a:solidFill>
                            <a:srgbClr val="D9D9D9"/>
                          </a:solidFill>
                          <a:latin typeface="Arial" panose="020B0604020202020204" pitchFamily="34" charset="0"/>
                          <a:cs typeface="Arial" panose="020B0604020202020204" pitchFamily="34" charset="0"/>
                        </a:rPr>
                      </a:br>
                      <a:r>
                        <a:rPr lang="en-US" sz="1000" b="0" baseline="0" dirty="0">
                          <a:solidFill>
                            <a:srgbClr val="D9D9D9"/>
                          </a:solidFill>
                          <a:latin typeface="Arial" panose="020B0604020202020204" pitchFamily="34" charset="0"/>
                          <a:cs typeface="Arial" panose="020B0604020202020204" pitchFamily="34" charset="0"/>
                        </a:rPr>
                        <a:t>This template can also be printed at the following sizes without distortion and without any additional formatting:</a:t>
                      </a:r>
                      <a:br>
                        <a:rPr lang="en-US" sz="1000" b="0" baseline="0" dirty="0">
                          <a:solidFill>
                            <a:srgbClr val="D9D9D9"/>
                          </a:solidFill>
                          <a:latin typeface="Arial" panose="020B0604020202020204" pitchFamily="34" charset="0"/>
                          <a:cs typeface="Arial" panose="020B0604020202020204" pitchFamily="34" charset="0"/>
                        </a:rPr>
                      </a:br>
                      <a:r>
                        <a:rPr lang="en-US" sz="1000" b="0" baseline="0" dirty="0">
                          <a:solidFill>
                            <a:srgbClr val="FFC000"/>
                          </a:solidFill>
                          <a:latin typeface="Arial" panose="020B0604020202020204" pitchFamily="34" charset="0"/>
                          <a:cs typeface="Arial" panose="020B0604020202020204" pitchFamily="34" charset="0"/>
                        </a:rPr>
                        <a:t>27 tall x 48 wide</a:t>
                      </a:r>
                      <a:br>
                        <a:rPr lang="en-US" sz="1000" b="0" baseline="0" dirty="0">
                          <a:solidFill>
                            <a:srgbClr val="FFC000"/>
                          </a:solidFill>
                          <a:latin typeface="Arial" panose="020B0604020202020204" pitchFamily="34" charset="0"/>
                          <a:cs typeface="Arial" panose="020B0604020202020204" pitchFamily="34" charset="0"/>
                        </a:rPr>
                      </a:br>
                      <a:r>
                        <a:rPr lang="en-US" sz="1000" b="0" baseline="0" dirty="0">
                          <a:solidFill>
                            <a:srgbClr val="FFC000"/>
                          </a:solidFill>
                          <a:latin typeface="Arial" panose="020B0604020202020204" pitchFamily="34" charset="0"/>
                          <a:cs typeface="Arial" panose="020B0604020202020204" pitchFamily="34" charset="0"/>
                        </a:rPr>
                        <a:t>36 tall x 64 wide</a:t>
                      </a:r>
                    </a:p>
                    <a:p>
                      <a:pPr marL="0" marR="0" indent="0" algn="l" defTabSz="4388900" rtl="0" eaLnBrk="1" fontAlgn="auto" latinLnBrk="0" hangingPunct="1">
                        <a:lnSpc>
                          <a:spcPct val="100000"/>
                        </a:lnSpc>
                        <a:spcBef>
                          <a:spcPts val="0"/>
                        </a:spcBef>
                        <a:spcAft>
                          <a:spcPts val="0"/>
                        </a:spcAft>
                        <a:buClrTx/>
                        <a:buSzTx/>
                        <a:buFontTx/>
                        <a:buNone/>
                        <a:tabLst/>
                        <a:defRPr/>
                      </a:pPr>
                      <a:r>
                        <a:rPr lang="en-US" sz="1000" b="0" baseline="0" dirty="0">
                          <a:solidFill>
                            <a:srgbClr val="FFC000"/>
                          </a:solidFill>
                          <a:latin typeface="Arial" panose="020B0604020202020204" pitchFamily="34" charset="0"/>
                          <a:cs typeface="Arial" panose="020B0604020202020204" pitchFamily="34" charset="0"/>
                        </a:rPr>
                        <a:t>45 tall x 80 wide</a:t>
                      </a:r>
                    </a:p>
                  </a:txBody>
                  <a:tcPr marL="105158" marR="52579" marT="69009" marB="23003">
                    <a:solidFill>
                      <a:srgbClr val="010101"/>
                    </a:solidFill>
                  </a:tcPr>
                </a:tc>
                <a:extLst>
                  <a:ext uri="{0D108BD9-81ED-4DB2-BD59-A6C34878D82A}">
                    <a16:rowId xmlns:a16="http://schemas.microsoft.com/office/drawing/2014/main" val="10008"/>
                  </a:ext>
                </a:extLst>
              </a:tr>
              <a:tr h="2157787">
                <a:tc>
                  <a:txBody>
                    <a:bodyPr/>
                    <a:lstStyle/>
                    <a:p>
                      <a:endParaRPr lang="en-US" sz="1000" dirty="0">
                        <a:solidFill>
                          <a:srgbClr val="1F3A4E"/>
                        </a:solidFill>
                      </a:endParaRPr>
                    </a:p>
                  </a:txBody>
                  <a:tcPr marL="52579" marR="52579" marT="23003" marB="23003">
                    <a:blipFill rotWithShape="1">
                      <a:blip r:embed="rId3"/>
                      <a:stretch>
                        <a:fillRect/>
                      </a:stretch>
                    </a:blipFill>
                  </a:tcPr>
                </a:tc>
                <a:tc>
                  <a:txBody>
                    <a:bodyPr/>
                    <a:lstStyle/>
                    <a:p>
                      <a:pPr algn="l"/>
                      <a:r>
                        <a:rPr lang="en-US" sz="1200" b="1" baseline="0" dirty="0">
                          <a:solidFill>
                            <a:srgbClr val="FFC000"/>
                          </a:solidFill>
                          <a:latin typeface="Arial" panose="020B0604020202020204" pitchFamily="34" charset="0"/>
                          <a:cs typeface="Arial" panose="020B0604020202020204" pitchFamily="34" charset="0"/>
                        </a:rPr>
                        <a:t>How to </a:t>
                      </a:r>
                      <a:r>
                        <a:rPr lang="en-US" sz="2000" b="1" baseline="0" dirty="0">
                          <a:solidFill>
                            <a:srgbClr val="FFC000"/>
                          </a:solidFill>
                          <a:latin typeface="Arial" panose="020B0604020202020204" pitchFamily="34" charset="0"/>
                          <a:cs typeface="Arial" panose="020B0604020202020204" pitchFamily="34" charset="0"/>
                        </a:rPr>
                        <a:t>Zoom in </a:t>
                      </a:r>
                      <a:r>
                        <a:rPr lang="en-US" sz="1200" b="1" baseline="0" dirty="0">
                          <a:solidFill>
                            <a:srgbClr val="FFC000"/>
                          </a:solidFill>
                          <a:latin typeface="Arial" panose="020B0604020202020204" pitchFamily="34" charset="0"/>
                          <a:cs typeface="Arial" panose="020B0604020202020204" pitchFamily="34" charset="0"/>
                        </a:rPr>
                        <a:t>and </a:t>
                      </a:r>
                      <a:r>
                        <a:rPr lang="en-US" sz="900" b="1" baseline="0" dirty="0">
                          <a:solidFill>
                            <a:srgbClr val="FFC000"/>
                          </a:solidFill>
                          <a:latin typeface="Arial" panose="020B0604020202020204" pitchFamily="34" charset="0"/>
                          <a:cs typeface="Arial" panose="020B0604020202020204" pitchFamily="34" charset="0"/>
                        </a:rPr>
                        <a:t>out</a:t>
                      </a:r>
                      <a:endParaRPr lang="en-US" sz="1200" b="1" baseline="0" dirty="0">
                        <a:solidFill>
                          <a:srgbClr val="FFC000"/>
                        </a:solidFill>
                        <a:latin typeface="Arial" panose="020B0604020202020204" pitchFamily="34" charset="0"/>
                        <a:cs typeface="Arial" panose="020B0604020202020204" pitchFamily="34" charset="0"/>
                      </a:endParaRPr>
                    </a:p>
                    <a:p>
                      <a:pPr algn="l"/>
                      <a:r>
                        <a:rPr lang="en-US" sz="1000" b="0" baseline="0" dirty="0">
                          <a:solidFill>
                            <a:srgbClr val="D9D9D9"/>
                          </a:solidFill>
                          <a:latin typeface="Arial" panose="020B0604020202020204" pitchFamily="34" charset="0"/>
                          <a:cs typeface="Arial" panose="020B0604020202020204" pitchFamily="34" charset="0"/>
                        </a:rPr>
                        <a:t>Use the PowerPoint zoom tool to adjust the screen magnification to view comfortably. PowerPoint provides 2 ways to zoom: </a:t>
                      </a:r>
                      <a:br>
                        <a:rPr lang="en-US" sz="1000" b="0" baseline="0" dirty="0">
                          <a:solidFill>
                            <a:srgbClr val="D9D9D9"/>
                          </a:solidFill>
                          <a:latin typeface="Arial" panose="020B0604020202020204" pitchFamily="34" charset="0"/>
                          <a:cs typeface="Arial" panose="020B0604020202020204" pitchFamily="34" charset="0"/>
                        </a:rPr>
                      </a:br>
                      <a:r>
                        <a:rPr lang="en-US" sz="1000" b="0" baseline="0" dirty="0">
                          <a:solidFill>
                            <a:srgbClr val="FFC000"/>
                          </a:solidFill>
                          <a:latin typeface="Arial" panose="020B0604020202020204" pitchFamily="34" charset="0"/>
                          <a:cs typeface="Arial" panose="020B0604020202020204" pitchFamily="34" charset="0"/>
                        </a:rPr>
                        <a:t>1. </a:t>
                      </a:r>
                      <a:r>
                        <a:rPr lang="en-US" sz="1000" b="0" baseline="0" dirty="0">
                          <a:solidFill>
                            <a:srgbClr val="D9D9D9"/>
                          </a:solidFill>
                          <a:latin typeface="Arial" panose="020B0604020202020204" pitchFamily="34" charset="0"/>
                          <a:cs typeface="Arial" panose="020B0604020202020204" pitchFamily="34" charset="0"/>
                        </a:rPr>
                        <a:t>On the top menu bar click on the VIEW tab and then click on ZOOM. Choose the zoom percentage that works best for you. </a:t>
                      </a:r>
                      <a:br>
                        <a:rPr lang="en-US" sz="1000" b="0" baseline="0" dirty="0">
                          <a:solidFill>
                            <a:srgbClr val="D9D9D9"/>
                          </a:solidFill>
                          <a:latin typeface="Arial" panose="020B0604020202020204" pitchFamily="34" charset="0"/>
                          <a:cs typeface="Arial" panose="020B0604020202020204" pitchFamily="34" charset="0"/>
                        </a:rPr>
                      </a:br>
                      <a:r>
                        <a:rPr lang="en-US" sz="1000" b="0" baseline="0" dirty="0">
                          <a:solidFill>
                            <a:srgbClr val="FFC000"/>
                          </a:solidFill>
                          <a:latin typeface="Arial" panose="020B0604020202020204" pitchFamily="34" charset="0"/>
                          <a:cs typeface="Arial" panose="020B0604020202020204" pitchFamily="34" charset="0"/>
                        </a:rPr>
                        <a:t>2. </a:t>
                      </a:r>
                      <a:r>
                        <a:rPr lang="en-US" sz="1000" b="0" baseline="0" dirty="0">
                          <a:solidFill>
                            <a:srgbClr val="D9D9D9"/>
                          </a:solidFill>
                          <a:latin typeface="Arial" panose="020B0604020202020204" pitchFamily="34" charset="0"/>
                          <a:cs typeface="Arial" panose="020B0604020202020204" pitchFamily="34" charset="0"/>
                        </a:rPr>
                        <a:t>For better zoom flexibility, use the zoom slider at the bottom right of the window.</a:t>
                      </a:r>
                    </a:p>
                  </a:txBody>
                  <a:tcPr marL="105158" marR="52579" marT="69009" marB="23003">
                    <a:solidFill>
                      <a:srgbClr val="010101"/>
                    </a:solidFill>
                  </a:tcPr>
                </a:tc>
                <a:extLst>
                  <a:ext uri="{0D108BD9-81ED-4DB2-BD59-A6C34878D82A}">
                    <a16:rowId xmlns:a16="http://schemas.microsoft.com/office/drawing/2014/main" val="10001"/>
                  </a:ext>
                </a:extLst>
              </a:tr>
              <a:tr h="910736">
                <a:tc gridSpan="2">
                  <a:txBody>
                    <a:bodyPr/>
                    <a:lstStyle/>
                    <a:p>
                      <a:pPr marL="0" marR="0" lvl="0" indent="0" algn="l" defTabSz="4388900" rtl="0" eaLnBrk="1" fontAlgn="auto" latinLnBrk="0" hangingPunct="1">
                        <a:lnSpc>
                          <a:spcPct val="100000"/>
                        </a:lnSpc>
                        <a:spcBef>
                          <a:spcPts val="0"/>
                        </a:spcBef>
                        <a:spcAft>
                          <a:spcPts val="0"/>
                        </a:spcAft>
                        <a:buClrTx/>
                        <a:buSzTx/>
                        <a:buFontTx/>
                        <a:buNone/>
                        <a:tabLst/>
                        <a:defRPr/>
                      </a:pPr>
                      <a:r>
                        <a:rPr lang="en-US" sz="1200" b="1" baseline="0" dirty="0">
                          <a:solidFill>
                            <a:srgbClr val="FFC000"/>
                          </a:solidFill>
                          <a:latin typeface="Arial" panose="020B0604020202020204" pitchFamily="34" charset="0"/>
                          <a:cs typeface="Arial" panose="020B0604020202020204" pitchFamily="34" charset="0"/>
                        </a:rPr>
                        <a:t>Ruler and Guides</a:t>
                      </a:r>
                      <a:br>
                        <a:rPr lang="en-US" sz="1000" b="0" baseline="0" dirty="0">
                          <a:solidFill>
                            <a:srgbClr val="FFC000"/>
                          </a:solidFill>
                          <a:latin typeface="Arial" panose="020B0604020202020204" pitchFamily="34" charset="0"/>
                          <a:cs typeface="Arial" panose="020B0604020202020204" pitchFamily="34" charset="0"/>
                        </a:rPr>
                      </a:br>
                      <a:r>
                        <a:rPr lang="en-US" sz="1000" b="0" baseline="0" dirty="0">
                          <a:solidFill>
                            <a:srgbClr val="D9D9D9"/>
                          </a:solidFill>
                          <a:latin typeface="Arial" panose="020B0604020202020204" pitchFamily="34" charset="0"/>
                          <a:cs typeface="Arial" panose="020B0604020202020204" pitchFamily="34" charset="0"/>
                        </a:rPr>
                        <a:t>The dotted lines on his poster template are guides.  The horizontal and vertical guides will help you align your poster elements accurately. Text boxes and other elements will ”snap” to the guides and stay within the boundaries of the columns. To hide the guides go to VIEW and uncheck the Guides box.</a:t>
                      </a:r>
                    </a:p>
                  </a:txBody>
                  <a:tcPr marL="142161" marR="71080" marT="106621" marB="35540">
                    <a:solidFill>
                      <a:srgbClr val="010101"/>
                    </a:solidFill>
                  </a:tcPr>
                </a:tc>
                <a:tc hMerge="1">
                  <a:txBody>
                    <a:bodyPr/>
                    <a:lstStyle/>
                    <a:p>
                      <a:endParaRPr lang="en-US" sz="2400" b="0" baseline="0" dirty="0">
                        <a:solidFill>
                          <a:schemeClr val="bg1"/>
                        </a:solidFill>
                        <a:latin typeface="Arial" panose="020B0604020202020204" pitchFamily="34" charset="0"/>
                        <a:cs typeface="Arial" panose="020B0604020202020204" pitchFamily="34" charset="0"/>
                      </a:endParaRPr>
                    </a:p>
                  </a:txBody>
                  <a:tcPr marL="182880" marT="137160">
                    <a:solidFill>
                      <a:schemeClr val="tx1">
                        <a:lumMod val="95000"/>
                        <a:lumOff val="5000"/>
                      </a:schemeClr>
                    </a:solidFill>
                  </a:tcPr>
                </a:tc>
                <a:extLst>
                  <a:ext uri="{0D108BD9-81ED-4DB2-BD59-A6C34878D82A}">
                    <a16:rowId xmlns:a16="http://schemas.microsoft.com/office/drawing/2014/main" val="10002"/>
                  </a:ext>
                </a:extLst>
              </a:tr>
              <a:tr h="1924157">
                <a:tc>
                  <a:txBody>
                    <a:bodyPr/>
                    <a:lstStyle/>
                    <a:p>
                      <a:endParaRPr lang="en-US" sz="1000" dirty="0">
                        <a:solidFill>
                          <a:srgbClr val="1F3A4E"/>
                        </a:solidFill>
                      </a:endParaRPr>
                    </a:p>
                  </a:txBody>
                  <a:tcPr marL="52579" marR="52579" marT="23003" marB="23003">
                    <a:blipFill rotWithShape="1">
                      <a:blip r:embed="rId4"/>
                      <a:stretch>
                        <a:fillRect/>
                      </a:stretch>
                    </a:blipFill>
                  </a:tcPr>
                </a:tc>
                <a:tc>
                  <a:txBody>
                    <a:bodyPr/>
                    <a:lstStyle/>
                    <a:p>
                      <a:pPr marL="0" lvl="1" indent="0" algn="l" defTabSz="114300"/>
                      <a:r>
                        <a:rPr lang="en-US" sz="1200" b="1" baseline="0" dirty="0">
                          <a:solidFill>
                            <a:srgbClr val="FFC000"/>
                          </a:solidFill>
                          <a:latin typeface="Arial" panose="020B0604020202020204" pitchFamily="34" charset="0"/>
                          <a:cs typeface="Arial" panose="020B0604020202020204" pitchFamily="34" charset="0"/>
                        </a:rPr>
                        <a:t>Headers and text containers</a:t>
                      </a:r>
                      <a:br>
                        <a:rPr lang="en-US" sz="1000" b="0" baseline="0" dirty="0">
                          <a:solidFill>
                            <a:schemeClr val="bg1"/>
                          </a:solidFill>
                          <a:latin typeface="Arial" panose="020B0604020202020204" pitchFamily="34" charset="0"/>
                          <a:cs typeface="Arial" panose="020B0604020202020204" pitchFamily="34" charset="0"/>
                        </a:rPr>
                      </a:br>
                      <a:r>
                        <a:rPr lang="en-US" sz="1000" b="0" baseline="0" dirty="0">
                          <a:solidFill>
                            <a:srgbClr val="D9D9D9"/>
                          </a:solidFill>
                          <a:latin typeface="Arial" panose="020B0604020202020204" pitchFamily="34" charset="0"/>
                          <a:cs typeface="Arial" panose="020B0604020202020204" pitchFamily="34" charset="0"/>
                        </a:rPr>
                        <a:t>Included in this template are commonly used section headers such as Abstract, Objectives, Methods, Results, etc. </a:t>
                      </a:r>
                      <a:br>
                        <a:rPr lang="en-US" sz="1000" b="0" baseline="0" dirty="0">
                          <a:solidFill>
                            <a:schemeClr val="bg1"/>
                          </a:solidFill>
                          <a:latin typeface="Arial" panose="020B0604020202020204" pitchFamily="34" charset="0"/>
                          <a:cs typeface="Arial" panose="020B0604020202020204" pitchFamily="34" charset="0"/>
                        </a:rPr>
                      </a:br>
                      <a:r>
                        <a:rPr lang="en-US" sz="1000" b="0" baseline="0" dirty="0">
                          <a:solidFill>
                            <a:srgbClr val="FFC000"/>
                          </a:solidFill>
                          <a:latin typeface="Arial" panose="020B0604020202020204" pitchFamily="34" charset="0"/>
                          <a:cs typeface="Arial" panose="020B0604020202020204" pitchFamily="34" charset="0"/>
                        </a:rPr>
                        <a:t>-</a:t>
                      </a:r>
                      <a:r>
                        <a:rPr lang="en-US" sz="1000" b="0" baseline="0" dirty="0">
                          <a:solidFill>
                            <a:schemeClr val="bg1"/>
                          </a:solidFill>
                          <a:latin typeface="Arial" panose="020B0604020202020204" pitchFamily="34" charset="0"/>
                          <a:cs typeface="Arial" panose="020B0604020202020204" pitchFamily="34" charset="0"/>
                        </a:rPr>
                        <a:t> </a:t>
                      </a:r>
                      <a:r>
                        <a:rPr lang="en-US" sz="1000" b="0" baseline="0" dirty="0">
                          <a:solidFill>
                            <a:srgbClr val="D9D9D9"/>
                          </a:solidFill>
                          <a:latin typeface="Arial" panose="020B0604020202020204" pitchFamily="34" charset="0"/>
                          <a:cs typeface="Arial" panose="020B0604020202020204" pitchFamily="34" charset="0"/>
                        </a:rPr>
                        <a:t>Click inside a section header to add its text. </a:t>
                      </a:r>
                      <a:br>
                        <a:rPr lang="en-US" sz="1000" b="0" baseline="0" dirty="0">
                          <a:solidFill>
                            <a:schemeClr val="bg1"/>
                          </a:solidFill>
                          <a:latin typeface="Arial" panose="020B0604020202020204" pitchFamily="34" charset="0"/>
                          <a:cs typeface="Arial" panose="020B0604020202020204" pitchFamily="34" charset="0"/>
                        </a:rPr>
                      </a:br>
                      <a:r>
                        <a:rPr lang="en-US" sz="1000" b="0" baseline="0" dirty="0">
                          <a:solidFill>
                            <a:srgbClr val="FFC000"/>
                          </a:solidFill>
                          <a:latin typeface="Arial" panose="020B0604020202020204" pitchFamily="34" charset="0"/>
                          <a:cs typeface="Arial" panose="020B0604020202020204" pitchFamily="34" charset="0"/>
                        </a:rPr>
                        <a:t>-</a:t>
                      </a:r>
                      <a:r>
                        <a:rPr lang="en-US" sz="1000" b="0" baseline="0" dirty="0">
                          <a:solidFill>
                            <a:schemeClr val="bg1"/>
                          </a:solidFill>
                          <a:latin typeface="Arial" panose="020B0604020202020204" pitchFamily="34" charset="0"/>
                          <a:cs typeface="Arial" panose="020B0604020202020204" pitchFamily="34" charset="0"/>
                        </a:rPr>
                        <a:t> </a:t>
                      </a:r>
                      <a:r>
                        <a:rPr lang="en-US" sz="1000" b="0" baseline="0" dirty="0">
                          <a:solidFill>
                            <a:srgbClr val="D9D9D9"/>
                          </a:solidFill>
                          <a:latin typeface="Arial" panose="020B0604020202020204" pitchFamily="34" charset="0"/>
                          <a:cs typeface="Arial" panose="020B0604020202020204" pitchFamily="34" charset="0"/>
                        </a:rPr>
                        <a:t>To add another header, click on edge of the section box so that it is outlined. Copy and paste it. </a:t>
                      </a:r>
                      <a:br>
                        <a:rPr lang="en-US" sz="1000" b="0" baseline="0" dirty="0">
                          <a:solidFill>
                            <a:schemeClr val="bg1"/>
                          </a:solidFill>
                          <a:latin typeface="Arial" panose="020B0604020202020204" pitchFamily="34" charset="0"/>
                          <a:cs typeface="Arial" panose="020B0604020202020204" pitchFamily="34" charset="0"/>
                        </a:rPr>
                      </a:br>
                      <a:r>
                        <a:rPr lang="en-US" sz="1000" b="0" baseline="0" dirty="0">
                          <a:solidFill>
                            <a:srgbClr val="FFC000"/>
                          </a:solidFill>
                          <a:latin typeface="Arial" panose="020B0604020202020204" pitchFamily="34" charset="0"/>
                          <a:cs typeface="Arial" panose="020B0604020202020204" pitchFamily="34" charset="0"/>
                        </a:rPr>
                        <a:t>-</a:t>
                      </a:r>
                      <a:r>
                        <a:rPr lang="en-US" sz="1000" b="0" baseline="0" dirty="0">
                          <a:solidFill>
                            <a:schemeClr val="bg1"/>
                          </a:solidFill>
                          <a:latin typeface="Arial" panose="020B0604020202020204" pitchFamily="34" charset="0"/>
                          <a:cs typeface="Arial" panose="020B0604020202020204" pitchFamily="34" charset="0"/>
                        </a:rPr>
                        <a:t> </a:t>
                      </a:r>
                      <a:r>
                        <a:rPr lang="en-US" sz="1000" b="0" baseline="0" dirty="0">
                          <a:solidFill>
                            <a:srgbClr val="D9D9D9"/>
                          </a:solidFill>
                          <a:latin typeface="Arial" panose="020B0604020202020204" pitchFamily="34" charset="0"/>
                          <a:cs typeface="Arial" panose="020B0604020202020204" pitchFamily="34" charset="0"/>
                        </a:rPr>
                        <a:t>To increase its size, click on the white circles and expand to the the desired size.</a:t>
                      </a:r>
                    </a:p>
                  </a:txBody>
                  <a:tcPr marL="105158" marR="52579" marT="69009" marB="23003">
                    <a:solidFill>
                      <a:srgbClr val="010101"/>
                    </a:solidFill>
                  </a:tcPr>
                </a:tc>
                <a:extLst>
                  <a:ext uri="{0D108BD9-81ED-4DB2-BD59-A6C34878D82A}">
                    <a16:rowId xmlns:a16="http://schemas.microsoft.com/office/drawing/2014/main" val="10003"/>
                  </a:ext>
                </a:extLst>
              </a:tr>
              <a:tr h="1770596">
                <a:tc gridSpan="2">
                  <a:txBody>
                    <a:bodyPr/>
                    <a:lstStyle/>
                    <a:p>
                      <a:r>
                        <a:rPr lang="en-US" sz="1200" b="1" dirty="0">
                          <a:solidFill>
                            <a:srgbClr val="FFC000"/>
                          </a:solidFill>
                          <a:latin typeface="Arial" panose="020B0604020202020204" pitchFamily="34" charset="0"/>
                          <a:cs typeface="Arial" panose="020B0604020202020204" pitchFamily="34" charset="0"/>
                        </a:rPr>
                        <a:t>Adding content to the poster</a:t>
                      </a:r>
                    </a:p>
                    <a:p>
                      <a:r>
                        <a:rPr lang="en-US" sz="1000" baseline="0" dirty="0">
                          <a:solidFill>
                            <a:srgbClr val="D9D9D9"/>
                          </a:solidFill>
                          <a:latin typeface="Arial" panose="020B0604020202020204" pitchFamily="34" charset="0"/>
                          <a:cs typeface="Arial" panose="020B0604020202020204" pitchFamily="34" charset="0"/>
                        </a:rPr>
                        <a:t>Start by adding your text to each section without spending too much time with formatting. Use the default font size even if your text extends beyond the bottom of the poster. Continue until you have added all your content including text, graphics, photos, etc. Once you finish adding your content you can go back and format your text as needed.</a:t>
                      </a:r>
                    </a:p>
                    <a:p>
                      <a:pPr marL="342900" indent="-342900">
                        <a:buFontTx/>
                        <a:buChar char="-"/>
                      </a:pPr>
                      <a:r>
                        <a:rPr lang="en-US" sz="1000" baseline="0" dirty="0">
                          <a:solidFill>
                            <a:srgbClr val="D9D9D9"/>
                          </a:solidFill>
                          <a:latin typeface="Arial" panose="020B0604020202020204" pitchFamily="34" charset="0"/>
                          <a:cs typeface="Arial" panose="020B0604020202020204" pitchFamily="34" charset="0"/>
                        </a:rPr>
                        <a:t>If you run out of room, try to reduce the size of your fonts and/or the size of your graphics. If there is a lot of empty space try to increase your font sizes and the size of your graphics. The font used for references can be smaller.</a:t>
                      </a:r>
                      <a:endParaRPr lang="en-US" sz="1000" dirty="0">
                        <a:solidFill>
                          <a:srgbClr val="D9D9D9"/>
                        </a:solidFill>
                        <a:latin typeface="Arial" panose="020B0604020202020204" pitchFamily="34" charset="0"/>
                        <a:cs typeface="Arial" panose="020B0604020202020204" pitchFamily="34" charset="0"/>
                      </a:endParaRPr>
                    </a:p>
                  </a:txBody>
                  <a:tcPr marL="142161" marR="71080" marT="106621" marB="35540">
                    <a:solidFill>
                      <a:srgbClr val="010101"/>
                    </a:solidFill>
                  </a:tcPr>
                </a:tc>
                <a:tc hMerge="1">
                  <a:txBody>
                    <a:bodyPr/>
                    <a:lstStyle/>
                    <a:p>
                      <a:endParaRPr lang="en-US" sz="2400" dirty="0">
                        <a:solidFill>
                          <a:schemeClr val="bg1"/>
                        </a:solidFill>
                        <a:latin typeface="Arial" panose="020B0604020202020204" pitchFamily="34" charset="0"/>
                        <a:cs typeface="Arial" panose="020B0604020202020204" pitchFamily="34" charset="0"/>
                      </a:endParaRPr>
                    </a:p>
                  </a:txBody>
                  <a:tcPr marL="182880" marT="137160">
                    <a:solidFill>
                      <a:srgbClr val="010101"/>
                    </a:solidFill>
                  </a:tcPr>
                </a:tc>
                <a:extLst>
                  <a:ext uri="{0D108BD9-81ED-4DB2-BD59-A6C34878D82A}">
                    <a16:rowId xmlns:a16="http://schemas.microsoft.com/office/drawing/2014/main" val="10004"/>
                  </a:ext>
                </a:extLst>
              </a:tr>
              <a:tr h="1196281">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1200" b="1" noProof="0" dirty="0">
                          <a:solidFill>
                            <a:srgbClr val="FFC000"/>
                          </a:solidFill>
                          <a:latin typeface="Arial" panose="020B0604020202020204" pitchFamily="34" charset="0"/>
                          <a:cs typeface="Arial" panose="020B0604020202020204" pitchFamily="34" charset="0"/>
                        </a:rPr>
                        <a:t>Photos</a:t>
                      </a:r>
                    </a:p>
                    <a:p>
                      <a:pPr marL="0" marR="0" lvl="0" indent="0" algn="l" defTabSz="9779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D9D9D9"/>
                          </a:solidFill>
                          <a:effectLst/>
                          <a:uLnTx/>
                          <a:uFillTx/>
                          <a:latin typeface="Arial"/>
                          <a:ea typeface="+mn-ea"/>
                          <a:cs typeface="Arial"/>
                        </a:rPr>
                        <a:t>You can add photos by dragging and dropping from your desktop, copy and paste, or by going to INSERT &gt; PICTURES. Resize images proportionally by holding down the SHIFT key and dragging one of the white corner handles (dots). For a professional-looking poster, do not distort your images by stretching them disproportionally.</a:t>
                      </a:r>
                    </a:p>
                  </a:txBody>
                  <a:tcPr marL="71080" marR="71080" marT="35540" marB="35540">
                    <a:solidFill>
                      <a:srgbClr val="010101"/>
                    </a:solidFill>
                  </a:tcPr>
                </a:tc>
                <a:tc hMerge="1">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200" noProof="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0005"/>
                  </a:ext>
                </a:extLst>
              </a:tr>
              <a:tr h="1153772">
                <a:tc gridSpan="2">
                  <a:txBody>
                    <a:bodyPr/>
                    <a:lstStyle/>
                    <a:p>
                      <a:endParaRPr lang="en-US" sz="1000" dirty="0">
                        <a:solidFill>
                          <a:schemeClr val="bg1"/>
                        </a:solidFill>
                        <a:latin typeface="Arial" panose="020B0604020202020204" pitchFamily="34" charset="0"/>
                        <a:cs typeface="Arial" panose="020B0604020202020204" pitchFamily="34" charset="0"/>
                      </a:endParaRPr>
                    </a:p>
                  </a:txBody>
                  <a:tcPr marL="71080" marR="71080" marT="35540" marB="35540">
                    <a:blipFill rotWithShape="1">
                      <a:blip r:embed="rId5"/>
                      <a:stretch>
                        <a:fillRect/>
                      </a:stretch>
                    </a:blipFill>
                  </a:tcPr>
                </a:tc>
                <a:tc hMerge="1">
                  <a:txBody>
                    <a:bodyPr/>
                    <a:lstStyle/>
                    <a:p>
                      <a:endParaRPr lang="en-US" sz="2400" dirty="0">
                        <a:solidFill>
                          <a:srgbClr val="1F3A4E"/>
                        </a:solidFill>
                      </a:endParaRPr>
                    </a:p>
                  </a:txBody>
                  <a:tcPr/>
                </a:tc>
                <a:extLst>
                  <a:ext uri="{0D108BD9-81ED-4DB2-BD59-A6C34878D82A}">
                    <a16:rowId xmlns:a16="http://schemas.microsoft.com/office/drawing/2014/main" val="10006"/>
                  </a:ext>
                </a:extLst>
              </a:tr>
              <a:tr h="644151">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1200" b="1" noProof="0" dirty="0">
                          <a:solidFill>
                            <a:srgbClr val="FFC000"/>
                          </a:solidFill>
                          <a:latin typeface="Arial"/>
                          <a:cs typeface="Arial"/>
                        </a:rPr>
                        <a:t>Quality check your graphics</a:t>
                      </a:r>
                    </a:p>
                    <a:p>
                      <a:pPr marL="0" marR="0" lvl="0" indent="0" algn="l" defTabSz="1518341" rtl="0" eaLnBrk="1" fontAlgn="auto" latinLnBrk="0" hangingPunct="1">
                        <a:lnSpc>
                          <a:spcPct val="100000"/>
                        </a:lnSpc>
                        <a:spcBef>
                          <a:spcPts val="0"/>
                        </a:spcBef>
                        <a:spcAft>
                          <a:spcPts val="0"/>
                        </a:spcAft>
                        <a:buClrTx/>
                        <a:buSzTx/>
                        <a:buFontTx/>
                        <a:buNone/>
                        <a:tabLst/>
                        <a:defRPr/>
                      </a:pPr>
                      <a:r>
                        <a:rPr lang="en-US" sz="1000" noProof="0" dirty="0">
                          <a:solidFill>
                            <a:srgbClr val="D9D9D9"/>
                          </a:solidFill>
                          <a:latin typeface="Arial"/>
                          <a:cs typeface="Arial"/>
                        </a:rPr>
                        <a:t>Zoom in and look at your images at 100%-200% magnification. If they look clear, they will print well. </a:t>
                      </a:r>
                    </a:p>
                  </a:txBody>
                  <a:tcPr marL="71080" marR="71080" marT="35540" marB="35540">
                    <a:solidFill>
                      <a:srgbClr val="010101"/>
                    </a:solidFill>
                  </a:tcPr>
                </a:tc>
                <a:tc hMerge="1">
                  <a:txBody>
                    <a:bodyPr/>
                    <a:lstStyle/>
                    <a:p>
                      <a:endParaRPr lang="en-US" sz="2400" dirty="0">
                        <a:solidFill>
                          <a:srgbClr val="1F3A4E"/>
                        </a:solidFill>
                      </a:endParaRPr>
                    </a:p>
                  </a:txBody>
                  <a:tcPr>
                    <a:solidFill>
                      <a:schemeClr val="tx1">
                        <a:lumMod val="95000"/>
                        <a:lumOff val="5000"/>
                      </a:schemeClr>
                    </a:solidFill>
                  </a:tcPr>
                </a:tc>
                <a:extLst>
                  <a:ext uri="{0D108BD9-81ED-4DB2-BD59-A6C34878D82A}">
                    <a16:rowId xmlns:a16="http://schemas.microsoft.com/office/drawing/2014/main" val="10007"/>
                  </a:ext>
                </a:extLst>
              </a:tr>
              <a:tr h="1603624">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1000" noProof="0" dirty="0">
                        <a:solidFill>
                          <a:schemeClr val="bg1"/>
                        </a:solidFill>
                        <a:latin typeface="Arial"/>
                        <a:cs typeface="Arial"/>
                      </a:endParaRPr>
                    </a:p>
                  </a:txBody>
                  <a:tcPr marL="71080" marR="71080" marT="35540" marB="35540">
                    <a:blipFill rotWithShape="1">
                      <a:blip r:embed="rId6"/>
                      <a:stretch>
                        <a:fillRect/>
                      </a:stretch>
                    </a:blipFill>
                  </a:tcPr>
                </a:tc>
                <a:tc hMerge="1">
                  <a:txBody>
                    <a:bodyPr/>
                    <a:lstStyle/>
                    <a:p>
                      <a:endParaRPr lang="en-US"/>
                    </a:p>
                  </a:txBody>
                  <a:tcPr/>
                </a:tc>
                <a:extLst>
                  <a:ext uri="{0D108BD9-81ED-4DB2-BD59-A6C34878D82A}">
                    <a16:rowId xmlns:a16="http://schemas.microsoft.com/office/drawing/2014/main" val="10010"/>
                  </a:ext>
                </a:extLst>
              </a:tr>
            </a:tbl>
          </a:graphicData>
        </a:graphic>
      </p:graphicFrame>
      <p:graphicFrame>
        <p:nvGraphicFramePr>
          <p:cNvPr id="12" name="Table 11">
            <a:extLst>
              <a:ext uri="{FF2B5EF4-FFF2-40B4-BE49-F238E27FC236}">
                <a16:creationId xmlns:a16="http://schemas.microsoft.com/office/drawing/2014/main" id="{A5873058-EF11-4846-BD70-E06FB3E7BC2A}"/>
              </a:ext>
            </a:extLst>
          </p:cNvPr>
          <p:cNvGraphicFramePr>
            <a:graphicFrameLocks noGrp="1"/>
          </p:cNvGraphicFramePr>
          <p:nvPr userDrawn="1">
            <p:extLst>
              <p:ext uri="{D42A27DB-BD31-4B8C-83A1-F6EECF244321}">
                <p14:modId xmlns:p14="http://schemas.microsoft.com/office/powerpoint/2010/main" val="3697004425"/>
              </p:ext>
            </p:extLst>
          </p:nvPr>
        </p:nvGraphicFramePr>
        <p:xfrm>
          <a:off x="29619709" y="0"/>
          <a:ext cx="5621803" cy="16467402"/>
        </p:xfrm>
        <a:graphic>
          <a:graphicData uri="http://schemas.openxmlformats.org/drawingml/2006/table">
            <a:tbl>
              <a:tblPr firstRow="1" bandRow="1">
                <a:tableStyleId>{5C22544A-7EE6-4342-B048-85BDC9FD1C3A}</a:tableStyleId>
              </a:tblPr>
              <a:tblGrid>
                <a:gridCol w="2095685">
                  <a:extLst>
                    <a:ext uri="{9D8B030D-6E8A-4147-A177-3AD203B41FA5}">
                      <a16:colId xmlns:a16="http://schemas.microsoft.com/office/drawing/2014/main" val="20000"/>
                    </a:ext>
                  </a:extLst>
                </a:gridCol>
                <a:gridCol w="681713">
                  <a:extLst>
                    <a:ext uri="{9D8B030D-6E8A-4147-A177-3AD203B41FA5}">
                      <a16:colId xmlns:a16="http://schemas.microsoft.com/office/drawing/2014/main" val="997673227"/>
                    </a:ext>
                  </a:extLst>
                </a:gridCol>
                <a:gridCol w="2844405">
                  <a:extLst>
                    <a:ext uri="{9D8B030D-6E8A-4147-A177-3AD203B41FA5}">
                      <a16:colId xmlns:a16="http://schemas.microsoft.com/office/drawing/2014/main" val="3407509820"/>
                    </a:ext>
                  </a:extLst>
                </a:gridCol>
              </a:tblGrid>
              <a:tr h="646893">
                <a:tc gridSpan="3">
                  <a:txBody>
                    <a:bodyPr/>
                    <a:lstStyle/>
                    <a:p>
                      <a:pPr marL="0" marR="0" indent="0" algn="ctr" defTabSz="4388900" rtl="0" eaLnBrk="1" fontAlgn="auto" latinLnBrk="0" hangingPunct="1">
                        <a:lnSpc>
                          <a:spcPct val="100000"/>
                        </a:lnSpc>
                        <a:spcBef>
                          <a:spcPts val="0"/>
                        </a:spcBef>
                        <a:spcAft>
                          <a:spcPts val="0"/>
                        </a:spcAft>
                        <a:buClrTx/>
                        <a:buSzTx/>
                        <a:buFontTx/>
                        <a:buNone/>
                        <a:tabLst/>
                        <a:defRPr/>
                      </a:pPr>
                      <a:r>
                        <a:rPr lang="en-US" sz="2100" b="0" spc="600" dirty="0">
                          <a:solidFill>
                            <a:srgbClr val="1F3A4E"/>
                          </a:solidFill>
                          <a:latin typeface="Arial Black" panose="020B0A04020102020204" pitchFamily="34" charset="0"/>
                        </a:rPr>
                        <a:t>QUICK START GUIDE</a:t>
                      </a:r>
                      <a:br>
                        <a:rPr lang="en-US" sz="2100" b="0" spc="600" dirty="0">
                          <a:solidFill>
                            <a:srgbClr val="1F3A4E"/>
                          </a:solidFill>
                          <a:latin typeface="Arial Black" panose="020B0A04020102020204" pitchFamily="34" charset="0"/>
                        </a:rPr>
                      </a:br>
                      <a:r>
                        <a:rPr lang="en-US" sz="1700" b="1" spc="0" dirty="0">
                          <a:solidFill>
                            <a:srgbClr val="FF0000"/>
                          </a:solidFill>
                          <a:latin typeface="Trebuchet MS" pitchFamily="34" charset="0"/>
                        </a:rPr>
                        <a:t>(THIS SIDEBAR WILL NOT PRINT)</a:t>
                      </a:r>
                      <a:endParaRPr lang="en-US" sz="2100" b="1" spc="600" dirty="0">
                        <a:solidFill>
                          <a:schemeClr val="bg1"/>
                        </a:solidFill>
                        <a:latin typeface="Trebuchet MS" pitchFamily="34" charset="0"/>
                      </a:endParaRPr>
                    </a:p>
                  </a:txBody>
                  <a:tcPr marL="95264" marR="95264" marT="47632" marB="47632">
                    <a:solidFill>
                      <a:srgbClr val="FFC000"/>
                    </a:solidFill>
                  </a:tcPr>
                </a:tc>
                <a:tc hMerge="1">
                  <a:txBody>
                    <a:bodyPr/>
                    <a:lstStyle/>
                    <a:p>
                      <a:endParaRPr lang="en-US"/>
                    </a:p>
                  </a:txBody>
                  <a:tcPr/>
                </a:tc>
                <a:tc hMerge="1">
                  <a:txBody>
                    <a:bodyPr/>
                    <a:lstStyle/>
                    <a:p>
                      <a:pPr marL="0" marR="0" indent="0" algn="ctr" defTabSz="4388900" rtl="0" eaLnBrk="1" fontAlgn="auto" latinLnBrk="0" hangingPunct="1">
                        <a:lnSpc>
                          <a:spcPct val="100000"/>
                        </a:lnSpc>
                        <a:spcBef>
                          <a:spcPts val="0"/>
                        </a:spcBef>
                        <a:spcAft>
                          <a:spcPts val="0"/>
                        </a:spcAft>
                        <a:buClrTx/>
                        <a:buSzTx/>
                        <a:buFontTx/>
                        <a:buNone/>
                        <a:tabLst/>
                        <a:defRPr/>
                      </a:pPr>
                      <a:endParaRPr lang="en-US" sz="2100" b="1" spc="600" dirty="0">
                        <a:solidFill>
                          <a:schemeClr val="bg1"/>
                        </a:solidFill>
                        <a:latin typeface="Trebuchet MS" pitchFamily="34" charset="0"/>
                      </a:endParaRPr>
                    </a:p>
                  </a:txBody>
                  <a:tcPr marL="95264" marR="95264" marT="47632" marB="47632">
                    <a:solidFill>
                      <a:srgbClr val="FFC000"/>
                    </a:solidFill>
                  </a:tcPr>
                </a:tc>
                <a:extLst>
                  <a:ext uri="{0D108BD9-81ED-4DB2-BD59-A6C34878D82A}">
                    <a16:rowId xmlns:a16="http://schemas.microsoft.com/office/drawing/2014/main" val="10000"/>
                  </a:ext>
                </a:extLst>
              </a:tr>
              <a:tr h="2580081">
                <a:tc gridSpan="3">
                  <a:txBody>
                    <a:bodyPr/>
                    <a:lstStyle/>
                    <a:p>
                      <a:pPr algn="l"/>
                      <a:r>
                        <a:rPr lang="en-US" sz="1500" b="1" baseline="0" dirty="0">
                          <a:solidFill>
                            <a:srgbClr val="FFC000"/>
                          </a:solidFill>
                          <a:latin typeface="Arial" panose="020B0604020202020204" pitchFamily="34" charset="0"/>
                          <a:cs typeface="Arial" panose="020B0604020202020204" pitchFamily="34" charset="0"/>
                        </a:rPr>
                        <a:t>How to change the template colors</a:t>
                      </a:r>
                    </a:p>
                    <a:p>
                      <a:pPr marL="0" indent="0" algn="l" defTabSz="114300"/>
                      <a:r>
                        <a:rPr lang="en-US" sz="1300" b="0" baseline="0" dirty="0">
                          <a:solidFill>
                            <a:srgbClr val="D9D9D9"/>
                          </a:solidFill>
                          <a:latin typeface="Arial" panose="020B0604020202020204" pitchFamily="34" charset="0"/>
                          <a:cs typeface="Arial" panose="020B0604020202020204" pitchFamily="34" charset="0"/>
                        </a:rPr>
                        <a:t>You can change the overall template color theme by clicking on the COLORS dropdown menu under the DESIGN tab. You can see a tutorial here: </a:t>
                      </a:r>
                      <a:r>
                        <a:rPr lang="en-US" sz="1300" dirty="0">
                          <a:solidFill>
                            <a:srgbClr val="FFC000"/>
                          </a:solidFill>
                          <a:hlinkClick r:id="rId7">
                            <a:extLst>
                              <a:ext uri="{A12FA001-AC4F-418D-AE19-62706E023703}">
                                <ahyp:hlinkClr xmlns:ahyp="http://schemas.microsoft.com/office/drawing/2018/hyperlinkcolor" val="tx"/>
                              </a:ext>
                            </a:extLst>
                          </a:hlinkClick>
                        </a:rPr>
                        <a:t>https://www.posterpresentations.com/how-to-change-the-research-poster-template-colors.html</a:t>
                      </a:r>
                      <a:endParaRPr lang="en-US" sz="1300" dirty="0">
                        <a:solidFill>
                          <a:srgbClr val="FFC000"/>
                        </a:solidFill>
                      </a:endParaRPr>
                    </a:p>
                    <a:p>
                      <a:pPr marL="0" indent="0" algn="l" defTabSz="114300"/>
                      <a:endParaRPr lang="en-US" sz="1300" b="0" baseline="0" dirty="0">
                        <a:solidFill>
                          <a:srgbClr val="D9D9D9"/>
                        </a:solidFill>
                        <a:latin typeface="Arial" panose="020B0604020202020204" pitchFamily="34" charset="0"/>
                        <a:cs typeface="Arial" panose="020B0604020202020204" pitchFamily="34" charset="0"/>
                      </a:endParaRPr>
                    </a:p>
                    <a:p>
                      <a:pPr marL="0" indent="0" algn="l" defTabSz="114300"/>
                      <a:r>
                        <a:rPr lang="en-US" sz="1300" b="0" baseline="0" dirty="0">
                          <a:solidFill>
                            <a:srgbClr val="D9D9D9"/>
                          </a:solidFill>
                          <a:latin typeface="Arial" panose="020B0604020202020204" pitchFamily="34" charset="0"/>
                          <a:cs typeface="Arial" panose="020B0604020202020204" pitchFamily="34" charset="0"/>
                        </a:rPr>
                        <a:t>You can also manually change the color of individual elements by going to VIEW &gt; SLIDE MASTER. On the left side of your screen select the background master where you can change the template background, column sizes, etc. </a:t>
                      </a:r>
                    </a:p>
                    <a:p>
                      <a:pPr marL="0" indent="0" algn="l" defTabSz="114300"/>
                      <a:endParaRPr lang="en-US" sz="1300" b="0" baseline="0" dirty="0">
                        <a:solidFill>
                          <a:srgbClr val="D9D9D9"/>
                        </a:solidFill>
                        <a:latin typeface="Arial" panose="020B0604020202020204" pitchFamily="34" charset="0"/>
                        <a:cs typeface="Arial" panose="020B0604020202020204" pitchFamily="34" charset="0"/>
                      </a:endParaRPr>
                    </a:p>
                    <a:p>
                      <a:pPr marL="0" indent="0" algn="l" defTabSz="114300"/>
                      <a:r>
                        <a:rPr lang="en-US" sz="1300" b="0" baseline="0" dirty="0">
                          <a:solidFill>
                            <a:srgbClr val="D9D9D9"/>
                          </a:solidFill>
                          <a:latin typeface="Arial" panose="020B0604020202020204" pitchFamily="34" charset="0"/>
                          <a:cs typeface="Arial" panose="020B0604020202020204" pitchFamily="34" charset="0"/>
                        </a:rPr>
                        <a:t>After you finish working on the SLIDE MASTER, it is important that you go to VIEW &gt; NORMAL to continue working on your poster. </a:t>
                      </a:r>
                    </a:p>
                  </a:txBody>
                  <a:tcPr marL="95264" marR="95264" marT="47632" marB="47632">
                    <a:solidFill>
                      <a:schemeClr val="tx1"/>
                    </a:solidFill>
                  </a:tcPr>
                </a:tc>
                <a:tc hMerge="1">
                  <a:txBody>
                    <a:bodyPr/>
                    <a:lstStyle/>
                    <a:p>
                      <a:endParaRPr lang="en-US" sz="2400" dirty="0">
                        <a:solidFill>
                          <a:srgbClr val="1F3A4E"/>
                        </a:solidFill>
                      </a:endParaRPr>
                    </a:p>
                  </a:txBody>
                  <a:tcPr marL="182880" marT="137160">
                    <a:blipFill rotWithShape="1">
                      <a:blip r:embed="rId8"/>
                      <a:stretch>
                        <a:fillRect/>
                      </a:stretch>
                    </a:blipFill>
                  </a:tcPr>
                </a:tc>
                <a:tc hMerge="1">
                  <a:txBody>
                    <a:bodyPr/>
                    <a:lstStyle/>
                    <a:p>
                      <a:pPr marL="0" indent="0" algn="l" defTabSz="114300"/>
                      <a:endParaRPr lang="en-US" sz="1300" b="0" baseline="0" dirty="0">
                        <a:solidFill>
                          <a:srgbClr val="D9D9D9"/>
                        </a:solidFill>
                        <a:latin typeface="Arial" panose="020B0604020202020204" pitchFamily="34" charset="0"/>
                        <a:cs typeface="Arial" panose="020B0604020202020204" pitchFamily="34" charset="0"/>
                      </a:endParaRPr>
                    </a:p>
                  </a:txBody>
                  <a:tcPr marL="95264" marR="95264" marT="47632" marB="47632">
                    <a:solidFill>
                      <a:schemeClr val="tx1"/>
                    </a:solidFill>
                  </a:tcPr>
                </a:tc>
                <a:extLst>
                  <a:ext uri="{0D108BD9-81ED-4DB2-BD59-A6C34878D82A}">
                    <a16:rowId xmlns:a16="http://schemas.microsoft.com/office/drawing/2014/main" val="10001"/>
                  </a:ext>
                </a:extLst>
              </a:tr>
              <a:tr h="1352261">
                <a:tc gridSpan="3">
                  <a:txBody>
                    <a:bodyPr/>
                    <a:lstStyle/>
                    <a:p>
                      <a:r>
                        <a:rPr lang="en-US" sz="1500" b="1" dirty="0">
                          <a:solidFill>
                            <a:srgbClr val="FFC000"/>
                          </a:solidFill>
                          <a:latin typeface="Arial" panose="020B0604020202020204" pitchFamily="34" charset="0"/>
                          <a:cs typeface="Arial" panose="020B0604020202020204" pitchFamily="34" charset="0"/>
                        </a:rPr>
                        <a:t>How to change the column layout configuration</a:t>
                      </a:r>
                    </a:p>
                    <a:p>
                      <a:r>
                        <a:rPr lang="en-US" sz="1300" dirty="0">
                          <a:solidFill>
                            <a:srgbClr val="D9D9D9"/>
                          </a:solidFill>
                          <a:latin typeface="Arial" panose="020B0604020202020204" pitchFamily="34" charset="0"/>
                          <a:cs typeface="Arial" panose="020B0604020202020204" pitchFamily="34" charset="0"/>
                        </a:rPr>
                        <a:t>You can manually change the configuration on the columns by going to VIEW &gt; SLIDE MASTER. You can delete columns, resize them or modify them as needed for your layout. </a:t>
                      </a:r>
                    </a:p>
                    <a:p>
                      <a:pPr marL="0" marR="0" indent="0" algn="l" defTabSz="3765366" rtl="0" eaLnBrk="1" fontAlgn="auto" latinLnBrk="0" hangingPunct="1">
                        <a:lnSpc>
                          <a:spcPct val="100000"/>
                        </a:lnSpc>
                        <a:spcBef>
                          <a:spcPts val="0"/>
                        </a:spcBef>
                        <a:spcAft>
                          <a:spcPts val="0"/>
                        </a:spcAft>
                        <a:buClrTx/>
                        <a:buSzTx/>
                        <a:buFontTx/>
                        <a:buNone/>
                        <a:tabLst/>
                        <a:defRPr/>
                      </a:pPr>
                      <a:r>
                        <a:rPr lang="en-US" sz="1300" dirty="0">
                          <a:solidFill>
                            <a:srgbClr val="D9D9D9"/>
                          </a:solidFill>
                          <a:latin typeface="Arial" panose="020B0604020202020204" pitchFamily="34" charset="0"/>
                          <a:cs typeface="Arial" panose="020B0604020202020204" pitchFamily="34" charset="0"/>
                        </a:rPr>
                        <a:t>You can see a tutorial here: </a:t>
                      </a:r>
                      <a:r>
                        <a:rPr lang="en-US" sz="1300" u="sng" dirty="0">
                          <a:solidFill>
                            <a:srgbClr val="FFC000"/>
                          </a:solidFill>
                          <a:latin typeface="Arial" panose="020B0604020202020204" pitchFamily="34" charset="0"/>
                          <a:cs typeface="Arial" panose="020B0604020202020204" pitchFamily="34" charset="0"/>
                        </a:rPr>
                        <a:t>https://</a:t>
                      </a:r>
                      <a:r>
                        <a:rPr lang="en-US" sz="1300" u="sng" dirty="0" err="1">
                          <a:solidFill>
                            <a:srgbClr val="FFC000"/>
                          </a:solidFill>
                          <a:latin typeface="Arial" panose="020B0604020202020204" pitchFamily="34" charset="0"/>
                          <a:cs typeface="Arial" panose="020B0604020202020204" pitchFamily="34" charset="0"/>
                        </a:rPr>
                        <a:t>www.posterpresentations.com</a:t>
                      </a:r>
                      <a:r>
                        <a:rPr lang="en-US" sz="1300" u="sng" dirty="0">
                          <a:solidFill>
                            <a:srgbClr val="FFC000"/>
                          </a:solidFill>
                          <a:latin typeface="Arial" panose="020B0604020202020204" pitchFamily="34" charset="0"/>
                          <a:cs typeface="Arial" panose="020B0604020202020204" pitchFamily="34" charset="0"/>
                        </a:rPr>
                        <a:t>/how-to-change-the-column-</a:t>
                      </a:r>
                      <a:r>
                        <a:rPr lang="en-US" sz="1300" u="sng" dirty="0" err="1">
                          <a:solidFill>
                            <a:srgbClr val="FFC000"/>
                          </a:solidFill>
                          <a:latin typeface="Arial" panose="020B0604020202020204" pitchFamily="34" charset="0"/>
                          <a:cs typeface="Arial" panose="020B0604020202020204" pitchFamily="34" charset="0"/>
                        </a:rPr>
                        <a:t>configuration.html</a:t>
                      </a:r>
                      <a:endParaRPr lang="en-US" sz="4400" u="sng" dirty="0">
                        <a:solidFill>
                          <a:srgbClr val="FFC000"/>
                        </a:solidFill>
                      </a:endParaRPr>
                    </a:p>
                  </a:txBody>
                  <a:tcPr marL="190527" marR="95264" marT="142896" marB="47632">
                    <a:solidFill>
                      <a:schemeClr val="tx1"/>
                    </a:solidFill>
                  </a:tcPr>
                </a:tc>
                <a:tc hMerge="1">
                  <a:txBody>
                    <a:bodyPr/>
                    <a:lstStyle/>
                    <a:p>
                      <a:endParaRPr lang="en-US" sz="2400" dirty="0">
                        <a:solidFill>
                          <a:srgbClr val="1F3A4E"/>
                        </a:solidFill>
                      </a:endParaRPr>
                    </a:p>
                  </a:txBody>
                  <a:tcPr marL="182880" marT="137160">
                    <a:blipFill rotWithShape="1">
                      <a:blip r:embed="rId9"/>
                      <a:stretch>
                        <a:fillRect/>
                      </a:stretch>
                    </a:blipFill>
                  </a:tcPr>
                </a:tc>
                <a:tc hMerge="1">
                  <a:txBody>
                    <a:bodyPr/>
                    <a:lstStyle/>
                    <a:p>
                      <a:pPr marL="0" marR="0" indent="0" algn="l" defTabSz="3765366" rtl="0" eaLnBrk="1" fontAlgn="auto" latinLnBrk="0" hangingPunct="1">
                        <a:lnSpc>
                          <a:spcPct val="100000"/>
                        </a:lnSpc>
                        <a:spcBef>
                          <a:spcPts val="0"/>
                        </a:spcBef>
                        <a:spcAft>
                          <a:spcPts val="0"/>
                        </a:spcAft>
                        <a:buClrTx/>
                        <a:buSzTx/>
                        <a:buFontTx/>
                        <a:buNone/>
                        <a:tabLst/>
                        <a:defRPr/>
                      </a:pPr>
                      <a:endParaRPr lang="en-US" sz="4400" u="sng" dirty="0">
                        <a:solidFill>
                          <a:srgbClr val="FFC000"/>
                        </a:solidFill>
                      </a:endParaRPr>
                    </a:p>
                  </a:txBody>
                  <a:tcPr marL="190527" marR="95264" marT="142896" marB="47632">
                    <a:solidFill>
                      <a:schemeClr val="tx1"/>
                    </a:solidFill>
                  </a:tcPr>
                </a:tc>
                <a:extLst>
                  <a:ext uri="{0D108BD9-81ED-4DB2-BD59-A6C34878D82A}">
                    <a16:rowId xmlns:a16="http://schemas.microsoft.com/office/drawing/2014/main" val="10004"/>
                  </a:ext>
                </a:extLst>
              </a:tr>
              <a:tr h="1587221">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1300" noProof="0" dirty="0">
                        <a:solidFill>
                          <a:srgbClr val="D9D9D9"/>
                        </a:solidFill>
                        <a:latin typeface="Arial" panose="020B0604020202020204" pitchFamily="34" charset="0"/>
                        <a:cs typeface="Arial" panose="020B0604020202020204" pitchFamily="34" charset="0"/>
                      </a:endParaRPr>
                    </a:p>
                  </a:txBody>
                  <a:tcPr marL="95264" marR="95264" marT="47632" marB="47632">
                    <a:blipFill dpi="0" rotWithShape="1">
                      <a:blip r:embed="rId10">
                        <a:extLst>
                          <a:ext uri="{28A0092B-C50C-407E-A947-70E740481C1C}">
                            <a14:useLocalDpi xmlns:a14="http://schemas.microsoft.com/office/drawing/2010/main" val="0"/>
                          </a:ext>
                        </a:extLst>
                      </a:blip>
                      <a:srcRect/>
                      <a:stretch>
                        <a:fillRect/>
                      </a:stretch>
                    </a:blipFill>
                  </a:tcPr>
                </a:tc>
                <a:tc hMerge="1">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1500" b="1" noProof="0">
                          <a:solidFill>
                            <a:srgbClr val="FFC000"/>
                          </a:solidFill>
                          <a:latin typeface="Arial" panose="020B0604020202020204" pitchFamily="34" charset="0"/>
                          <a:cs typeface="Arial" panose="020B0604020202020204" pitchFamily="34" charset="0"/>
                        </a:rPr>
                        <a:t>How to hide the QUICK START GUIDE bars from the sides of the template</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1300" noProof="0">
                          <a:solidFill>
                            <a:srgbClr val="D9D9D9"/>
                          </a:solidFill>
                          <a:latin typeface="Arial" panose="020B0604020202020204" pitchFamily="34" charset="0"/>
                          <a:cs typeface="Arial" panose="020B0604020202020204" pitchFamily="34" charset="0"/>
                        </a:rPr>
                        <a:t>The Quick Start</a:t>
                      </a:r>
                      <a:r>
                        <a:rPr lang="en-US" sz="1300" baseline="0" noProof="0">
                          <a:solidFill>
                            <a:srgbClr val="D9D9D9"/>
                          </a:solidFill>
                          <a:latin typeface="Arial" panose="020B0604020202020204" pitchFamily="34" charset="0"/>
                          <a:cs typeface="Arial" panose="020B0604020202020204" pitchFamily="34" charset="0"/>
                        </a:rPr>
                        <a:t> Guides</a:t>
                      </a:r>
                      <a:r>
                        <a:rPr lang="en-US" sz="1300" noProof="0">
                          <a:solidFill>
                            <a:srgbClr val="D9D9D9"/>
                          </a:solidFill>
                          <a:latin typeface="Arial" panose="020B0604020202020204" pitchFamily="34" charset="0"/>
                          <a:cs typeface="Arial" panose="020B0604020202020204" pitchFamily="34" charset="0"/>
                        </a:rPr>
                        <a:t> </a:t>
                      </a:r>
                      <a:r>
                        <a:rPr lang="en-US" sz="1300" u="sng" noProof="0">
                          <a:solidFill>
                            <a:srgbClr val="D9D9D9"/>
                          </a:solidFill>
                          <a:latin typeface="Arial" panose="020B0604020202020204" pitchFamily="34" charset="0"/>
                          <a:cs typeface="Arial" panose="020B0604020202020204" pitchFamily="34" charset="0"/>
                        </a:rPr>
                        <a:t>are outside the template’s printable area</a:t>
                      </a:r>
                      <a:r>
                        <a:rPr lang="en-US" sz="1300" noProof="0">
                          <a:solidFill>
                            <a:srgbClr val="D9D9D9"/>
                          </a:solidFill>
                          <a:latin typeface="Arial" panose="020B0604020202020204" pitchFamily="34" charset="0"/>
                          <a:cs typeface="Arial" panose="020B0604020202020204" pitchFamily="34" charset="0"/>
                        </a:rPr>
                        <a:t> and they will not be on the printed poster</a:t>
                      </a:r>
                      <a:r>
                        <a:rPr lang="en-US" sz="1300" baseline="0" noProof="0">
                          <a:solidFill>
                            <a:srgbClr val="D9D9D9"/>
                          </a:solidFill>
                          <a:latin typeface="Arial" panose="020B0604020202020204" pitchFamily="34" charset="0"/>
                          <a:cs typeface="Arial" panose="020B0604020202020204" pitchFamily="34" charset="0"/>
                        </a:rPr>
                        <a:t>. </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1300" baseline="0" noProof="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1300" baseline="0" noProof="0">
                          <a:solidFill>
                            <a:srgbClr val="D9D9D9"/>
                          </a:solidFill>
                          <a:latin typeface="Arial" panose="020B0604020202020204" pitchFamily="34" charset="0"/>
                          <a:cs typeface="Arial" panose="020B0604020202020204" pitchFamily="34" charset="0"/>
                        </a:rPr>
                        <a:t>If you create a PDF file from your template, the guides will not be included.</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1300" baseline="0" noProof="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1300" baseline="0" noProof="0">
                          <a:solidFill>
                            <a:srgbClr val="D9D9D9"/>
                          </a:solidFill>
                          <a:latin typeface="Arial" panose="020B0604020202020204" pitchFamily="34" charset="0"/>
                          <a:cs typeface="Arial" panose="020B0604020202020204" pitchFamily="34" charset="0"/>
                        </a:rPr>
                        <a:t>To hide the guides click on the </a:t>
                      </a:r>
                      <a:r>
                        <a:rPr lang="en-US" sz="1300" b="1" baseline="0" noProof="0">
                          <a:solidFill>
                            <a:srgbClr val="D9D9D9"/>
                          </a:solidFill>
                          <a:latin typeface="Arial" panose="020B0604020202020204" pitchFamily="34" charset="0"/>
                          <a:cs typeface="Arial" panose="020B0604020202020204" pitchFamily="34" charset="0"/>
                        </a:rPr>
                        <a:t>Home</a:t>
                      </a:r>
                      <a:r>
                        <a:rPr lang="en-US" sz="1300" baseline="0" noProof="0">
                          <a:solidFill>
                            <a:srgbClr val="D9D9D9"/>
                          </a:solidFill>
                          <a:latin typeface="Arial" panose="020B0604020202020204" pitchFamily="34" charset="0"/>
                          <a:cs typeface="Arial" panose="020B0604020202020204" pitchFamily="34" charset="0"/>
                        </a:rPr>
                        <a:t> tab (top of the screen) and then click on the </a:t>
                      </a:r>
                      <a:r>
                        <a:rPr lang="en-US" sz="1300" b="1" baseline="0" noProof="0">
                          <a:solidFill>
                            <a:srgbClr val="D9D9D9"/>
                          </a:solidFill>
                          <a:latin typeface="Arial" panose="020B0604020202020204" pitchFamily="34" charset="0"/>
                          <a:cs typeface="Arial" panose="020B0604020202020204" pitchFamily="34" charset="0"/>
                        </a:rPr>
                        <a:t>Layout</a:t>
                      </a:r>
                      <a:r>
                        <a:rPr lang="en-US" sz="1300" baseline="0" noProof="0">
                          <a:solidFill>
                            <a:srgbClr val="D9D9D9"/>
                          </a:solidFill>
                          <a:latin typeface="Arial" panose="020B0604020202020204" pitchFamily="34" charset="0"/>
                          <a:cs typeface="Arial" panose="020B0604020202020204" pitchFamily="34" charset="0"/>
                        </a:rPr>
                        <a:t> button below to see the available layouts. Choose the </a:t>
                      </a:r>
                      <a:r>
                        <a:rPr lang="en-US" sz="1300" b="1" baseline="0" noProof="0">
                          <a:solidFill>
                            <a:srgbClr val="D9D9D9"/>
                          </a:solidFill>
                          <a:latin typeface="Arial" panose="020B0604020202020204" pitchFamily="34" charset="0"/>
                          <a:cs typeface="Arial" panose="020B0604020202020204" pitchFamily="34" charset="0"/>
                        </a:rPr>
                        <a:t>Without Guides </a:t>
                      </a:r>
                      <a:r>
                        <a:rPr lang="en-US" sz="1300" b="0" baseline="0" noProof="0">
                          <a:solidFill>
                            <a:srgbClr val="D9D9D9"/>
                          </a:solidFill>
                          <a:latin typeface="Arial" panose="020B0604020202020204" pitchFamily="34" charset="0"/>
                          <a:cs typeface="Arial" panose="020B0604020202020204" pitchFamily="34" charset="0"/>
                        </a:rPr>
                        <a:t>layout</a:t>
                      </a:r>
                      <a:r>
                        <a:rPr lang="en-US" sz="1300" baseline="0" noProof="0">
                          <a:solidFill>
                            <a:srgbClr val="D9D9D9"/>
                          </a:solidFill>
                          <a:latin typeface="Arial" panose="020B0604020202020204" pitchFamily="34" charset="0"/>
                          <a:cs typeface="Arial" panose="020B0604020202020204" pitchFamily="34" charset="0"/>
                        </a:rPr>
                        <a:t>.</a:t>
                      </a:r>
                      <a:endParaRPr lang="en-US" sz="1300" noProof="0" dirty="0">
                        <a:solidFill>
                          <a:srgbClr val="D9D9D9"/>
                        </a:solidFill>
                        <a:latin typeface="Arial" panose="020B0604020202020204" pitchFamily="34" charset="0"/>
                        <a:cs typeface="Arial" panose="020B0604020202020204" pitchFamily="34" charset="0"/>
                      </a:endParaRPr>
                    </a:p>
                  </a:txBody>
                  <a:tcPr marL="95264" marR="95264" marT="47632" marB="47632">
                    <a:solidFill>
                      <a:srgbClr val="010101"/>
                    </a:solidFill>
                  </a:tcPr>
                </a:tc>
                <a:tc row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1500" b="1" noProof="0" dirty="0">
                          <a:solidFill>
                            <a:srgbClr val="FFC000"/>
                          </a:solidFill>
                          <a:latin typeface="Arial" panose="020B0604020202020204" pitchFamily="34" charset="0"/>
                          <a:cs typeface="Arial" panose="020B0604020202020204" pitchFamily="34" charset="0"/>
                        </a:rPr>
                        <a:t>How to hide the QUICK START GUIDE bars from the sides of the template</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1300" noProof="0" dirty="0">
                          <a:solidFill>
                            <a:srgbClr val="D9D9D9"/>
                          </a:solidFill>
                          <a:latin typeface="Arial" panose="020B0604020202020204" pitchFamily="34" charset="0"/>
                          <a:cs typeface="Arial" panose="020B0604020202020204" pitchFamily="34" charset="0"/>
                        </a:rPr>
                        <a:t>The Quick Start</a:t>
                      </a:r>
                      <a:r>
                        <a:rPr lang="en-US" sz="1300" baseline="0" noProof="0" dirty="0">
                          <a:solidFill>
                            <a:srgbClr val="D9D9D9"/>
                          </a:solidFill>
                          <a:latin typeface="Arial" panose="020B0604020202020204" pitchFamily="34" charset="0"/>
                          <a:cs typeface="Arial" panose="020B0604020202020204" pitchFamily="34" charset="0"/>
                        </a:rPr>
                        <a:t> Guides</a:t>
                      </a:r>
                      <a:r>
                        <a:rPr lang="en-US" sz="1300" noProof="0" dirty="0">
                          <a:solidFill>
                            <a:srgbClr val="D9D9D9"/>
                          </a:solidFill>
                          <a:latin typeface="Arial" panose="020B0604020202020204" pitchFamily="34" charset="0"/>
                          <a:cs typeface="Arial" panose="020B0604020202020204" pitchFamily="34" charset="0"/>
                        </a:rPr>
                        <a:t> </a:t>
                      </a:r>
                      <a:r>
                        <a:rPr lang="en-US" sz="1300" u="sng" noProof="0" dirty="0">
                          <a:solidFill>
                            <a:srgbClr val="D9D9D9"/>
                          </a:solidFill>
                          <a:latin typeface="Arial" panose="020B0604020202020204" pitchFamily="34" charset="0"/>
                          <a:cs typeface="Arial" panose="020B0604020202020204" pitchFamily="34" charset="0"/>
                        </a:rPr>
                        <a:t>are outside the template’s printable area</a:t>
                      </a:r>
                      <a:r>
                        <a:rPr lang="en-US" sz="1300" noProof="0" dirty="0">
                          <a:solidFill>
                            <a:srgbClr val="D9D9D9"/>
                          </a:solidFill>
                          <a:latin typeface="Arial" panose="020B0604020202020204" pitchFamily="34" charset="0"/>
                          <a:cs typeface="Arial" panose="020B0604020202020204" pitchFamily="34" charset="0"/>
                        </a:rPr>
                        <a:t> and they will not be on the printed poster</a:t>
                      </a:r>
                      <a:r>
                        <a:rPr lang="en-US" sz="1300" baseline="0" noProof="0" dirty="0">
                          <a:solidFill>
                            <a:srgbClr val="D9D9D9"/>
                          </a:solidFill>
                          <a:latin typeface="Arial" panose="020B0604020202020204" pitchFamily="34" charset="0"/>
                          <a:cs typeface="Arial" panose="020B0604020202020204" pitchFamily="34" charset="0"/>
                        </a:rPr>
                        <a:t>. </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1300" baseline="0" noProof="0" dirty="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1300" baseline="0" noProof="0" dirty="0">
                          <a:solidFill>
                            <a:srgbClr val="D9D9D9"/>
                          </a:solidFill>
                          <a:latin typeface="Arial" panose="020B0604020202020204" pitchFamily="34" charset="0"/>
                          <a:cs typeface="Arial" panose="020B0604020202020204" pitchFamily="34" charset="0"/>
                        </a:rPr>
                        <a:t>If you create a PDF file from your template, the guides will not be included.</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1300" baseline="0" noProof="0" dirty="0">
                        <a:solidFill>
                          <a:srgbClr val="D9D9D9"/>
                        </a:solidFill>
                        <a:latin typeface="Arial" panose="020B0604020202020204" pitchFamily="34" charset="0"/>
                        <a:cs typeface="Arial" panose="020B0604020202020204" pitchFamily="34" charset="0"/>
                      </a:endParaRPr>
                    </a:p>
                  </a:txBody>
                  <a:tcPr marL="95264" marR="95264" marT="47632" marB="47632">
                    <a:solidFill>
                      <a:srgbClr val="010101"/>
                    </a:solidFill>
                  </a:tcPr>
                </a:tc>
                <a:extLst>
                  <a:ext uri="{0D108BD9-81ED-4DB2-BD59-A6C34878D82A}">
                    <a16:rowId xmlns:a16="http://schemas.microsoft.com/office/drawing/2014/main" val="10005"/>
                  </a:ext>
                </a:extLst>
              </a:tr>
              <a:tr h="1653209">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1300" baseline="0" noProof="0" dirty="0">
                        <a:solidFill>
                          <a:srgbClr val="D9D9D9"/>
                        </a:solidFill>
                        <a:latin typeface="Arial" panose="020B0604020202020204" pitchFamily="34" charset="0"/>
                        <a:cs typeface="Arial" panose="020B0604020202020204" pitchFamily="34" charset="0"/>
                      </a:endParaRPr>
                    </a:p>
                    <a:p>
                      <a:pPr marL="0" marR="0" lvl="0" indent="0" algn="l" defTabSz="1518341" rtl="0" eaLnBrk="1" fontAlgn="auto" latinLnBrk="0" hangingPunct="1">
                        <a:lnSpc>
                          <a:spcPct val="100000"/>
                        </a:lnSpc>
                        <a:spcBef>
                          <a:spcPts val="0"/>
                        </a:spcBef>
                        <a:spcAft>
                          <a:spcPts val="0"/>
                        </a:spcAft>
                        <a:buClrTx/>
                        <a:buSzTx/>
                        <a:buFontTx/>
                        <a:buNone/>
                        <a:tabLst/>
                        <a:defRPr/>
                      </a:pPr>
                      <a:r>
                        <a:rPr lang="en-US" sz="1300" baseline="0" noProof="0" dirty="0">
                          <a:solidFill>
                            <a:srgbClr val="D9D9D9"/>
                          </a:solidFill>
                          <a:latin typeface="Arial" panose="020B0604020202020204" pitchFamily="34" charset="0"/>
                          <a:cs typeface="Arial" panose="020B0604020202020204" pitchFamily="34" charset="0"/>
                        </a:rPr>
                        <a:t>To hide the guides click on the </a:t>
                      </a:r>
                      <a:r>
                        <a:rPr lang="en-US" sz="1300" b="1" baseline="0" noProof="0" dirty="0">
                          <a:solidFill>
                            <a:srgbClr val="D9D9D9"/>
                          </a:solidFill>
                          <a:latin typeface="Arial" panose="020B0604020202020204" pitchFamily="34" charset="0"/>
                          <a:cs typeface="Arial" panose="020B0604020202020204" pitchFamily="34" charset="0"/>
                        </a:rPr>
                        <a:t>Home</a:t>
                      </a:r>
                      <a:r>
                        <a:rPr lang="en-US" sz="1300" baseline="0" noProof="0" dirty="0">
                          <a:solidFill>
                            <a:srgbClr val="D9D9D9"/>
                          </a:solidFill>
                          <a:latin typeface="Arial" panose="020B0604020202020204" pitchFamily="34" charset="0"/>
                          <a:cs typeface="Arial" panose="020B0604020202020204" pitchFamily="34" charset="0"/>
                        </a:rPr>
                        <a:t> tab (top of the screen) and then click on the </a:t>
                      </a:r>
                      <a:r>
                        <a:rPr lang="en-US" sz="1300" b="1" baseline="0" noProof="0" dirty="0">
                          <a:solidFill>
                            <a:srgbClr val="D9D9D9"/>
                          </a:solidFill>
                          <a:latin typeface="Arial" panose="020B0604020202020204" pitchFamily="34" charset="0"/>
                          <a:cs typeface="Arial" panose="020B0604020202020204" pitchFamily="34" charset="0"/>
                        </a:rPr>
                        <a:t>Layout</a:t>
                      </a:r>
                      <a:r>
                        <a:rPr lang="en-US" sz="1300" baseline="0" noProof="0" dirty="0">
                          <a:solidFill>
                            <a:srgbClr val="D9D9D9"/>
                          </a:solidFill>
                          <a:latin typeface="Arial" panose="020B0604020202020204" pitchFamily="34" charset="0"/>
                          <a:cs typeface="Arial" panose="020B0604020202020204" pitchFamily="34" charset="0"/>
                        </a:rPr>
                        <a:t> button below to see the available layouts. Choose the </a:t>
                      </a:r>
                      <a:r>
                        <a:rPr lang="en-US" sz="1300" b="1" baseline="0" noProof="0" dirty="0">
                          <a:solidFill>
                            <a:srgbClr val="D9D9D9"/>
                          </a:solidFill>
                          <a:latin typeface="Arial" panose="020B0604020202020204" pitchFamily="34" charset="0"/>
                          <a:cs typeface="Arial" panose="020B0604020202020204" pitchFamily="34" charset="0"/>
                        </a:rPr>
                        <a:t>Without Guides </a:t>
                      </a:r>
                      <a:r>
                        <a:rPr lang="en-US" sz="1300" b="0" baseline="0" noProof="0" dirty="0">
                          <a:solidFill>
                            <a:srgbClr val="D9D9D9"/>
                          </a:solidFill>
                          <a:latin typeface="Arial" panose="020B0604020202020204" pitchFamily="34" charset="0"/>
                          <a:cs typeface="Arial" panose="020B0604020202020204" pitchFamily="34" charset="0"/>
                        </a:rPr>
                        <a:t>layout</a:t>
                      </a:r>
                      <a:r>
                        <a:rPr lang="en-US" sz="1300" baseline="0" noProof="0" dirty="0">
                          <a:solidFill>
                            <a:srgbClr val="D9D9D9"/>
                          </a:solidFill>
                          <a:latin typeface="Arial" panose="020B0604020202020204" pitchFamily="34" charset="0"/>
                          <a:cs typeface="Arial" panose="020B0604020202020204" pitchFamily="34" charset="0"/>
                        </a:rPr>
                        <a:t>.</a:t>
                      </a:r>
                      <a:endParaRPr lang="en-US" sz="1300" noProof="0" dirty="0">
                        <a:solidFill>
                          <a:srgbClr val="D9D9D9"/>
                        </a:solidFill>
                        <a:latin typeface="Arial" panose="020B0604020202020204" pitchFamily="34" charset="0"/>
                        <a:cs typeface="Arial" panose="020B0604020202020204" pitchFamily="34" charset="0"/>
                      </a:endParaRPr>
                    </a:p>
                    <a:p>
                      <a:pPr marL="0" marR="0" lvl="0" indent="0" algn="l" defTabSz="1518341" rtl="0" eaLnBrk="1" fontAlgn="auto" latinLnBrk="0" hangingPunct="1">
                        <a:lnSpc>
                          <a:spcPct val="100000"/>
                        </a:lnSpc>
                        <a:spcBef>
                          <a:spcPts val="0"/>
                        </a:spcBef>
                        <a:spcAft>
                          <a:spcPts val="0"/>
                        </a:spcAft>
                        <a:buClrTx/>
                        <a:buSzTx/>
                        <a:buFontTx/>
                        <a:buNone/>
                        <a:tabLst/>
                        <a:defRPr/>
                      </a:pPr>
                      <a:endParaRPr lang="en-US" sz="1300" noProof="0" dirty="0">
                        <a:solidFill>
                          <a:srgbClr val="D9D9D9"/>
                        </a:solidFill>
                        <a:latin typeface="Arial" panose="020B0604020202020204" pitchFamily="34" charset="0"/>
                        <a:cs typeface="Arial" panose="020B0604020202020204" pitchFamily="34" charset="0"/>
                      </a:endParaRPr>
                    </a:p>
                  </a:txBody>
                  <a:tcPr marL="95264" marR="95264" marT="47632" marB="47632">
                    <a:solidFill>
                      <a:srgbClr val="010101"/>
                    </a:solidFill>
                  </a:tcPr>
                </a:tc>
                <a:tc hMerge="1">
                  <a:txBody>
                    <a:bodyPr/>
                    <a:lstStyle/>
                    <a:p>
                      <a:endParaRPr lang="en-US"/>
                    </a:p>
                  </a:txBody>
                  <a:tcPr/>
                </a:tc>
                <a:tc vMerge="1">
                  <a:txBody>
                    <a:bodyPr/>
                    <a:lstStyle/>
                    <a:p>
                      <a:endParaRPr lang="en-US"/>
                    </a:p>
                  </a:txBody>
                  <a:tcPr/>
                </a:tc>
                <a:extLst>
                  <a:ext uri="{0D108BD9-81ED-4DB2-BD59-A6C34878D82A}">
                    <a16:rowId xmlns:a16="http://schemas.microsoft.com/office/drawing/2014/main" val="1766341567"/>
                  </a:ext>
                </a:extLst>
              </a:tr>
              <a:tr h="1670206">
                <a:tc gridSpan="2">
                  <a:txBody>
                    <a:bodyPr/>
                    <a:lstStyle/>
                    <a:p>
                      <a:r>
                        <a:rPr lang="en-US" sz="1500" b="1" dirty="0">
                          <a:solidFill>
                            <a:srgbClr val="FFC000"/>
                          </a:solidFill>
                          <a:latin typeface="Arial" panose="020B0604020202020204" pitchFamily="34" charset="0"/>
                          <a:cs typeface="Arial" panose="020B0604020202020204" pitchFamily="34" charset="0"/>
                        </a:rPr>
                        <a:t>How to</a:t>
                      </a:r>
                      <a:r>
                        <a:rPr lang="en-US" sz="1500" b="1" baseline="0" dirty="0">
                          <a:solidFill>
                            <a:srgbClr val="FFC000"/>
                          </a:solidFill>
                          <a:latin typeface="Arial" panose="020B0604020202020204" pitchFamily="34" charset="0"/>
                          <a:cs typeface="Arial" panose="020B0604020202020204" pitchFamily="34" charset="0"/>
                        </a:rPr>
                        <a:t> preview your poster prior to presenting</a:t>
                      </a:r>
                      <a:endParaRPr lang="en-US" sz="1500" b="1" dirty="0">
                        <a:solidFill>
                          <a:srgbClr val="FFC000"/>
                        </a:solidFill>
                        <a:latin typeface="Arial" panose="020B0604020202020204" pitchFamily="34" charset="0"/>
                        <a:cs typeface="Arial" panose="020B0604020202020204" pitchFamily="34" charset="0"/>
                      </a:endParaRPr>
                    </a:p>
                    <a:p>
                      <a:r>
                        <a:rPr lang="en-US" sz="1300" dirty="0">
                          <a:solidFill>
                            <a:srgbClr val="D9D9D9"/>
                          </a:solidFill>
                          <a:latin typeface="Arial" panose="020B0604020202020204" pitchFamily="34" charset="0"/>
                          <a:cs typeface="Arial" panose="020B0604020202020204" pitchFamily="34" charset="0"/>
                        </a:rPr>
                        <a:t>You can preview your poster at any time by pressing the </a:t>
                      </a:r>
                      <a:r>
                        <a:rPr lang="en-US" sz="1300" dirty="0">
                          <a:solidFill>
                            <a:srgbClr val="FFC000"/>
                          </a:solidFill>
                          <a:latin typeface="Arial" panose="020B0604020202020204" pitchFamily="34" charset="0"/>
                          <a:cs typeface="Arial" panose="020B0604020202020204" pitchFamily="34" charset="0"/>
                        </a:rPr>
                        <a:t>F5 key</a:t>
                      </a:r>
                      <a:r>
                        <a:rPr lang="en-US" sz="1300" dirty="0">
                          <a:solidFill>
                            <a:srgbClr val="D9D9D9"/>
                          </a:solidFill>
                          <a:latin typeface="Arial" panose="020B0604020202020204" pitchFamily="34" charset="0"/>
                          <a:cs typeface="Arial" panose="020B0604020202020204" pitchFamily="34" charset="0"/>
                        </a:rPr>
                        <a:t> on your keyboard. You will see on the screen what's on your poster and how it should look when printed. Press the </a:t>
                      </a:r>
                      <a:r>
                        <a:rPr lang="en-US" sz="1300" dirty="0">
                          <a:solidFill>
                            <a:srgbClr val="FFC000"/>
                          </a:solidFill>
                          <a:latin typeface="Arial" panose="020B0604020202020204" pitchFamily="34" charset="0"/>
                          <a:cs typeface="Arial" panose="020B0604020202020204" pitchFamily="34" charset="0"/>
                        </a:rPr>
                        <a:t>ESC key </a:t>
                      </a:r>
                      <a:r>
                        <a:rPr lang="en-US" sz="1300" dirty="0">
                          <a:solidFill>
                            <a:srgbClr val="D9D9D9"/>
                          </a:solidFill>
                          <a:latin typeface="Arial" panose="020B0604020202020204" pitchFamily="34" charset="0"/>
                          <a:cs typeface="Arial" panose="020B0604020202020204" pitchFamily="34" charset="0"/>
                        </a:rPr>
                        <a:t>to exit Preview.</a:t>
                      </a:r>
                    </a:p>
                  </a:txBody>
                  <a:tcPr marL="95264" marR="95264" marT="47632" marB="47632">
                    <a:solidFill>
                      <a:srgbClr val="010101"/>
                    </a:solidFill>
                  </a:tcPr>
                </a:tc>
                <a:tc hMerge="1">
                  <a:txBody>
                    <a:bodyPr/>
                    <a:lstStyle/>
                    <a:p>
                      <a:r>
                        <a:rPr lang="en-US" sz="5900" b="1" dirty="0">
                          <a:solidFill>
                            <a:srgbClr val="D9D9D9"/>
                          </a:solidFill>
                          <a:latin typeface="Arial" panose="020B0604020202020204" pitchFamily="34" charset="0"/>
                          <a:cs typeface="Arial" panose="020B0604020202020204" pitchFamily="34" charset="0"/>
                        </a:rPr>
                        <a:t>F5</a:t>
                      </a:r>
                      <a:r>
                        <a:rPr lang="en-US" sz="1300" baseline="0" dirty="0">
                          <a:solidFill>
                            <a:srgbClr val="D9D9D9"/>
                          </a:solidFill>
                          <a:latin typeface="Arial" panose="020B0604020202020204" pitchFamily="34" charset="0"/>
                          <a:cs typeface="Arial" panose="020B0604020202020204" pitchFamily="34" charset="0"/>
                        </a:rPr>
                        <a:t> </a:t>
                      </a:r>
                      <a:endParaRPr lang="en-US" dirty="0"/>
                    </a:p>
                  </a:txBody>
                  <a:tcPr marL="106881" marR="53440" marT="70140" marB="23380" anchor="ctr">
                    <a:solidFill>
                      <a:schemeClr val="tx1">
                        <a:lumMod val="95000"/>
                        <a:lumOff val="5000"/>
                      </a:schemeClr>
                    </a:solidFill>
                  </a:tcPr>
                </a:tc>
                <a:tc>
                  <a:txBody>
                    <a:bodyPr/>
                    <a:lstStyle/>
                    <a:p>
                      <a:r>
                        <a:rPr lang="en-US" sz="5900" b="1" dirty="0">
                          <a:solidFill>
                            <a:srgbClr val="D9D9D9"/>
                          </a:solidFill>
                          <a:latin typeface="Arial" panose="020B0604020202020204" pitchFamily="34" charset="0"/>
                          <a:cs typeface="Arial" panose="020B0604020202020204" pitchFamily="34" charset="0"/>
                        </a:rPr>
                        <a:t>F5</a:t>
                      </a:r>
                      <a:r>
                        <a:rPr lang="en-US" sz="1300" baseline="0" dirty="0">
                          <a:solidFill>
                            <a:srgbClr val="D9D9D9"/>
                          </a:solidFill>
                          <a:latin typeface="Arial" panose="020B0604020202020204" pitchFamily="34" charset="0"/>
                          <a:cs typeface="Arial" panose="020B0604020202020204" pitchFamily="34" charset="0"/>
                        </a:rPr>
                        <a:t> </a:t>
                      </a:r>
                      <a:endParaRPr lang="en-US" dirty="0"/>
                    </a:p>
                  </a:txBody>
                  <a:tcPr marL="106881" marR="53440" marT="70140" marB="23380" anchor="ctr">
                    <a:solidFill>
                      <a:schemeClr val="tx1">
                        <a:lumMod val="95000"/>
                        <a:lumOff val="5000"/>
                      </a:schemeClr>
                    </a:solidFill>
                  </a:tcPr>
                </a:tc>
                <a:extLst>
                  <a:ext uri="{0D108BD9-81ED-4DB2-BD59-A6C34878D82A}">
                    <a16:rowId xmlns:a16="http://schemas.microsoft.com/office/drawing/2014/main" val="10006"/>
                  </a:ext>
                </a:extLst>
              </a:tr>
              <a:tr h="880793">
                <a:tc gridSpan="3">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1500" b="1" noProof="0" dirty="0">
                          <a:solidFill>
                            <a:srgbClr val="FFC000"/>
                          </a:solidFill>
                          <a:latin typeface="Arial"/>
                          <a:cs typeface="Arial"/>
                        </a:rPr>
                        <a:t>How to present your poster</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1300" noProof="0" dirty="0">
                          <a:solidFill>
                            <a:srgbClr val="D9D9D9"/>
                          </a:solidFill>
                          <a:latin typeface="Arial"/>
                          <a:cs typeface="Arial"/>
                        </a:rPr>
                        <a:t>When you finish designing your poster and are ready to virtually present it, follow the conference organizers' instructions. </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1300" noProof="0" dirty="0">
                        <a:solidFill>
                          <a:srgbClr val="D9D9D9"/>
                        </a:solidFill>
                        <a:latin typeface="Arial"/>
                        <a:cs typeface="Arial"/>
                      </a:endParaRPr>
                    </a:p>
                  </a:txBody>
                  <a:tcPr marL="95264" marR="95264" marT="47632" marB="47632">
                    <a:solidFill>
                      <a:srgbClr val="010101"/>
                    </a:solidFill>
                  </a:tcPr>
                </a:tc>
                <a:tc hMerge="1">
                  <a:txBody>
                    <a:bodyPr/>
                    <a:lstStyle/>
                    <a:p>
                      <a:endParaRPr lang="en-US"/>
                    </a:p>
                  </a:txBody>
                  <a:tcPr/>
                </a:tc>
                <a:tc hMerge="1">
                  <a:txBody>
                    <a:bodyPr/>
                    <a:lstStyle/>
                    <a:p>
                      <a:pPr marL="0" marR="0" lvl="0" indent="0" algn="l" defTabSz="114300" rtl="0" eaLnBrk="1" fontAlgn="auto" latinLnBrk="0" hangingPunct="1">
                        <a:lnSpc>
                          <a:spcPct val="100000"/>
                        </a:lnSpc>
                        <a:spcBef>
                          <a:spcPts val="0"/>
                        </a:spcBef>
                        <a:spcAft>
                          <a:spcPts val="0"/>
                        </a:spcAft>
                        <a:buClrTx/>
                        <a:buSzTx/>
                        <a:buFontTx/>
                        <a:buNone/>
                        <a:tabLst/>
                        <a:defRPr/>
                      </a:pPr>
                      <a:endParaRPr lang="en-US" sz="1300" noProof="0" dirty="0">
                        <a:solidFill>
                          <a:srgbClr val="D9D9D9"/>
                        </a:solidFill>
                        <a:latin typeface="Arial"/>
                        <a:cs typeface="Arial"/>
                      </a:endParaRPr>
                    </a:p>
                  </a:txBody>
                  <a:tcPr marL="95264" marR="95264" marT="47632" marB="47632">
                    <a:solidFill>
                      <a:srgbClr val="010101"/>
                    </a:solidFill>
                  </a:tcPr>
                </a:tc>
                <a:extLst>
                  <a:ext uri="{0D108BD9-81ED-4DB2-BD59-A6C34878D82A}">
                    <a16:rowId xmlns:a16="http://schemas.microsoft.com/office/drawing/2014/main" val="10007"/>
                  </a:ext>
                </a:extLst>
              </a:tr>
              <a:tr h="4224920">
                <a:tc gridSpan="3">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1600" b="1" noProof="0" dirty="0">
                          <a:solidFill>
                            <a:srgbClr val="FFC000"/>
                          </a:solidFill>
                          <a:latin typeface="Arial"/>
                          <a:cs typeface="Arial"/>
                        </a:rPr>
                        <a:t>Publish, present virtually, share, and discuss!</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1400" b="1" noProof="0" dirty="0">
                          <a:solidFill>
                            <a:srgbClr val="D9D9D9"/>
                          </a:solidFill>
                          <a:latin typeface="Arial"/>
                          <a:cs typeface="Arial"/>
                        </a:rPr>
                        <a:t>Submit your poster and add it to the Research Poster Virtual Library.</a:t>
                      </a:r>
                      <a:br>
                        <a:rPr lang="en-US" sz="1400" b="1" noProof="0" dirty="0">
                          <a:solidFill>
                            <a:srgbClr val="D9D9D9"/>
                          </a:solidFill>
                          <a:latin typeface="Arial"/>
                          <a:cs typeface="Arial"/>
                        </a:rPr>
                      </a:br>
                      <a:br>
                        <a:rPr lang="en-US" sz="1400" b="1" noProof="0" dirty="0">
                          <a:solidFill>
                            <a:srgbClr val="D9D9D9"/>
                          </a:solidFill>
                          <a:latin typeface="Arial"/>
                          <a:cs typeface="Arial"/>
                        </a:rPr>
                      </a:br>
                      <a:r>
                        <a:rPr lang="en-US" sz="1400" b="1" noProof="0" dirty="0">
                          <a:solidFill>
                            <a:schemeClr val="accent4"/>
                          </a:solidFill>
                          <a:latin typeface="Arial"/>
                          <a:cs typeface="Arial"/>
                        </a:rPr>
                        <a:t>Continuous</a:t>
                      </a:r>
                      <a:r>
                        <a:rPr lang="en-US" sz="1400" b="1" noProof="0" dirty="0">
                          <a:solidFill>
                            <a:srgbClr val="D9D9D9"/>
                          </a:solidFill>
                          <a:latin typeface="Arial"/>
                          <a:cs typeface="Arial"/>
                        </a:rPr>
                        <a:t> </a:t>
                      </a:r>
                      <a:r>
                        <a:rPr lang="en-US" sz="1400" b="1" noProof="0" dirty="0">
                          <a:solidFill>
                            <a:srgbClr val="FFC000"/>
                          </a:solidFill>
                          <a:latin typeface="Arial"/>
                          <a:cs typeface="Arial"/>
                        </a:rPr>
                        <a:t>global reach</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1400" b="0" noProof="0" dirty="0">
                          <a:solidFill>
                            <a:srgbClr val="D9D9D9"/>
                          </a:solidFill>
                          <a:latin typeface="Arial"/>
                          <a:cs typeface="Arial"/>
                        </a:rPr>
                        <a:t>Share your research with thousands of students, educators, scientists, and researchers from all over the United States and the World.</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1400" b="1" noProof="0" dirty="0">
                        <a:solidFill>
                          <a:srgbClr val="D9D9D9"/>
                        </a:solidFill>
                        <a:latin typeface="Arial"/>
                        <a:cs typeface="Arial"/>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1400" b="1" noProof="0" dirty="0">
                          <a:solidFill>
                            <a:srgbClr val="FFC000"/>
                          </a:solidFill>
                          <a:latin typeface="Arial"/>
                          <a:cs typeface="Arial"/>
                        </a:rPr>
                        <a:t>Full-featured poster showcase included</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1400" b="0" noProof="0" dirty="0">
                          <a:solidFill>
                            <a:srgbClr val="D9D9D9"/>
                          </a:solidFill>
                          <a:latin typeface="Arial"/>
                          <a:cs typeface="Arial"/>
                        </a:rPr>
                        <a:t>Present your poster on a  professional full-featured and customizable web page that includes full screen functions, social sharing, your own discussion board, private contact form, narration and more.</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1400" b="1" noProof="0" dirty="0">
                        <a:solidFill>
                          <a:srgbClr val="D9D9D9"/>
                        </a:solidFill>
                        <a:latin typeface="Arial"/>
                        <a:cs typeface="Arial"/>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1400" b="1" noProof="0" dirty="0">
                          <a:solidFill>
                            <a:srgbClr val="FFC000"/>
                          </a:solidFill>
                          <a:latin typeface="Arial"/>
                          <a:cs typeface="Arial"/>
                        </a:rPr>
                        <a:t>Convenience for presenter groups and conference coordinators </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1400" b="0" noProof="0" dirty="0">
                          <a:solidFill>
                            <a:srgbClr val="D9D9D9"/>
                          </a:solidFill>
                          <a:latin typeface="Arial"/>
                          <a:cs typeface="Arial"/>
                        </a:rPr>
                        <a:t>Published posters can easily be presented at virtual conferences. Perfect solution for organizers of meetings and conferences.</a:t>
                      </a:r>
                      <a:br>
                        <a:rPr lang="en-US" sz="1400" b="1" noProof="0" dirty="0">
                          <a:solidFill>
                            <a:srgbClr val="D9D9D9"/>
                          </a:solidFill>
                          <a:latin typeface="Arial"/>
                          <a:cs typeface="Arial"/>
                        </a:rPr>
                      </a:br>
                      <a:endParaRPr lang="en-US" sz="1400" b="1" noProof="0" dirty="0">
                        <a:solidFill>
                          <a:srgbClr val="D9D9D9"/>
                        </a:solidFill>
                        <a:latin typeface="Arial"/>
                        <a:cs typeface="Arial"/>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1600" b="1" noProof="0" dirty="0">
                          <a:solidFill>
                            <a:srgbClr val="FFC000"/>
                          </a:solidFill>
                          <a:latin typeface="Arial"/>
                          <a:cs typeface="Arial"/>
                          <a:hlinkClick r:id="rId11">
                            <a:extLst>
                              <a:ext uri="{A12FA001-AC4F-418D-AE19-62706E023703}">
                                <ahyp:hlinkClr xmlns:ahyp="http://schemas.microsoft.com/office/drawing/2018/hyperlinkcolor" val="tx"/>
                              </a:ext>
                            </a:extLst>
                          </a:hlinkClick>
                        </a:rPr>
                        <a:t>https://www.PosterPresentations.com/</a:t>
                      </a:r>
                      <a:r>
                        <a:rPr lang="en-US" sz="1600" b="1" u="sng" noProof="0" dirty="0">
                          <a:solidFill>
                            <a:srgbClr val="FFC000"/>
                          </a:solidFill>
                          <a:latin typeface="Arial"/>
                          <a:cs typeface="Arial"/>
                          <a:hlinkClick r:id="rId11">
                            <a:extLst>
                              <a:ext uri="{A12FA001-AC4F-418D-AE19-62706E023703}">
                                <ahyp:hlinkClr xmlns:ahyp="http://schemas.microsoft.com/office/drawing/2018/hyperlinkcolor" val="tx"/>
                              </a:ext>
                            </a:extLst>
                          </a:hlinkClick>
                        </a:rPr>
                        <a:t>research</a:t>
                      </a:r>
                      <a:endParaRPr lang="en-US" sz="1600" b="1" u="sng" noProof="0" dirty="0">
                        <a:solidFill>
                          <a:srgbClr val="FFC000"/>
                        </a:solidFill>
                        <a:latin typeface="Arial"/>
                        <a:cs typeface="Arial"/>
                      </a:endParaRP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1400" b="1" noProof="0" dirty="0">
                        <a:solidFill>
                          <a:srgbClr val="D9D9D9"/>
                        </a:solidFill>
                        <a:latin typeface="Arial"/>
                        <a:cs typeface="Arial"/>
                      </a:endParaRPr>
                    </a:p>
                  </a:txBody>
                  <a:tcPr marL="95264" marR="95264" marT="47632" marB="47632">
                    <a:solidFill>
                      <a:srgbClr val="003366"/>
                    </a:solidFill>
                  </a:tcPr>
                </a:tc>
                <a:tc hMerge="1">
                  <a:txBody>
                    <a:bodyPr/>
                    <a:lstStyle/>
                    <a:p>
                      <a:endParaRPr lang="en-US"/>
                    </a:p>
                  </a:txBody>
                  <a:tcPr/>
                </a:tc>
                <a:tc hMerge="1">
                  <a:txBody>
                    <a:bodyPr/>
                    <a:lstStyle/>
                    <a:p>
                      <a:pPr marL="0" marR="0" lvl="0" indent="0" algn="l" defTabSz="114300" rtl="0" eaLnBrk="1" fontAlgn="auto" latinLnBrk="0" hangingPunct="1">
                        <a:lnSpc>
                          <a:spcPct val="100000"/>
                        </a:lnSpc>
                        <a:spcBef>
                          <a:spcPts val="0"/>
                        </a:spcBef>
                        <a:spcAft>
                          <a:spcPts val="0"/>
                        </a:spcAft>
                        <a:buClrTx/>
                        <a:buSzTx/>
                        <a:buFontTx/>
                        <a:buNone/>
                        <a:tabLst/>
                        <a:defRPr/>
                      </a:pPr>
                      <a:endParaRPr lang="en-US" sz="1400" b="1" noProof="0" dirty="0">
                        <a:solidFill>
                          <a:srgbClr val="D9D9D9"/>
                        </a:solidFill>
                        <a:latin typeface="Arial"/>
                        <a:cs typeface="Arial"/>
                      </a:endParaRPr>
                    </a:p>
                  </a:txBody>
                  <a:tcPr marL="95264" marR="95264" marT="47632" marB="47632">
                    <a:solidFill>
                      <a:schemeClr val="accent5">
                        <a:lumMod val="50000"/>
                      </a:schemeClr>
                    </a:solidFill>
                  </a:tcPr>
                </a:tc>
                <a:extLst>
                  <a:ext uri="{0D108BD9-81ED-4DB2-BD59-A6C34878D82A}">
                    <a16:rowId xmlns:a16="http://schemas.microsoft.com/office/drawing/2014/main" val="2448051497"/>
                  </a:ext>
                </a:extLst>
              </a:tr>
              <a:tr h="770816">
                <a:tc gridSpan="3">
                  <a:txBody>
                    <a:bodyPr/>
                    <a:lstStyle/>
                    <a:p>
                      <a:endParaRPr lang="en-US" sz="1300" dirty="0">
                        <a:solidFill>
                          <a:srgbClr val="1F3A4E"/>
                        </a:solidFill>
                      </a:endParaRPr>
                    </a:p>
                  </a:txBody>
                  <a:tcPr marL="95264" marR="95264" marT="47632" marB="47632">
                    <a:blipFill dpi="0" rotWithShape="1">
                      <a:blip r:embed="rId12">
                        <a:extLst>
                          <a:ext uri="{28A0092B-C50C-407E-A947-70E740481C1C}">
                            <a14:useLocalDpi xmlns:a14="http://schemas.microsoft.com/office/drawing/2010/main" val="0"/>
                          </a:ext>
                        </a:extLst>
                      </a:blip>
                      <a:srcRect/>
                      <a:stretch>
                        <a:fillRect/>
                      </a:stretch>
                    </a:blipFill>
                  </a:tcPr>
                </a:tc>
                <a:tc hMerge="1">
                  <a:txBody>
                    <a:bodyPr/>
                    <a:lstStyle/>
                    <a:p>
                      <a:endParaRPr lang="en-US"/>
                    </a:p>
                  </a:txBody>
                  <a:tcPr/>
                </a:tc>
                <a:tc hMerge="1">
                  <a:txBody>
                    <a:bodyPr/>
                    <a:lstStyle/>
                    <a:p>
                      <a:endParaRPr lang="en-US" sz="1300" dirty="0">
                        <a:solidFill>
                          <a:srgbClr val="1F3A4E"/>
                        </a:solidFill>
                      </a:endParaRPr>
                    </a:p>
                  </a:txBody>
                  <a:tcPr marL="95264" marR="95264" marT="47632" marB="47632">
                    <a:blipFill dpi="0" rotWithShape="1">
                      <a:blip r:embed="rId12">
                        <a:extLst>
                          <a:ext uri="{28A0092B-C50C-407E-A947-70E740481C1C}">
                            <a14:useLocalDpi xmlns:a14="http://schemas.microsoft.com/office/drawing/2010/main" val="0"/>
                          </a:ext>
                        </a:extLst>
                      </a:blip>
                      <a:srcRect/>
                      <a:stretch>
                        <a:fillRect/>
                      </a:stretch>
                    </a:blipFill>
                  </a:tcPr>
                </a:tc>
                <a:extLst>
                  <a:ext uri="{0D108BD9-81ED-4DB2-BD59-A6C34878D82A}">
                    <a16:rowId xmlns:a16="http://schemas.microsoft.com/office/drawing/2014/main" val="10008"/>
                  </a:ext>
                </a:extLst>
              </a:tr>
              <a:tr h="560893">
                <a:tc>
                  <a:txBody>
                    <a:bodyPr/>
                    <a:lstStyle/>
                    <a:p>
                      <a:pPr>
                        <a:lnSpc>
                          <a:spcPct val="100000"/>
                        </a:lnSpc>
                      </a:pPr>
                      <a:r>
                        <a:rPr lang="en-US" sz="1000" dirty="0">
                          <a:solidFill>
                            <a:schemeClr val="bg1">
                              <a:lumMod val="85000"/>
                            </a:schemeClr>
                          </a:solidFill>
                          <a:latin typeface="Arial"/>
                          <a:cs typeface="Arial"/>
                        </a:rPr>
                        <a:t>© 2020</a:t>
                      </a:r>
                      <a:r>
                        <a:rPr lang="en-US" sz="1000" baseline="0" dirty="0">
                          <a:solidFill>
                            <a:schemeClr val="bg1">
                              <a:lumMod val="85000"/>
                            </a:schemeClr>
                          </a:solidFill>
                          <a:latin typeface="Arial"/>
                          <a:cs typeface="Arial"/>
                        </a:rPr>
                        <a:t> </a:t>
                      </a:r>
                      <a:r>
                        <a:rPr lang="en-US" sz="1000" dirty="0" err="1">
                          <a:solidFill>
                            <a:schemeClr val="bg1">
                              <a:lumMod val="85000"/>
                            </a:schemeClr>
                          </a:solidFill>
                          <a:latin typeface="Arial"/>
                          <a:cs typeface="Arial"/>
                        </a:rPr>
                        <a:t>PosterPresentations.com</a:t>
                      </a:r>
                      <a:br>
                        <a:rPr lang="en-US" sz="1000" dirty="0">
                          <a:solidFill>
                            <a:schemeClr val="bg1">
                              <a:lumMod val="85000"/>
                            </a:schemeClr>
                          </a:solidFill>
                          <a:latin typeface="Arial"/>
                          <a:cs typeface="Arial"/>
                        </a:rPr>
                      </a:br>
                      <a:r>
                        <a:rPr lang="en-US" sz="1000" dirty="0">
                          <a:solidFill>
                            <a:schemeClr val="bg1">
                              <a:lumMod val="85000"/>
                            </a:schemeClr>
                          </a:solidFill>
                          <a:latin typeface="Arial"/>
                          <a:cs typeface="Arial"/>
                        </a:rPr>
                        <a:t>2117 Fourth Street ,</a:t>
                      </a:r>
                      <a:r>
                        <a:rPr lang="en-US" sz="1000" baseline="0" dirty="0">
                          <a:solidFill>
                            <a:schemeClr val="bg1">
                              <a:lumMod val="85000"/>
                            </a:schemeClr>
                          </a:solidFill>
                          <a:latin typeface="Arial"/>
                          <a:cs typeface="Arial"/>
                        </a:rPr>
                        <a:t> STE C        </a:t>
                      </a:r>
                    </a:p>
                    <a:p>
                      <a:pPr>
                        <a:lnSpc>
                          <a:spcPct val="100000"/>
                        </a:lnSpc>
                      </a:pPr>
                      <a:r>
                        <a:rPr lang="en-US" sz="1000" baseline="0" dirty="0">
                          <a:solidFill>
                            <a:schemeClr val="bg1">
                              <a:lumMod val="85000"/>
                            </a:schemeClr>
                          </a:solidFill>
                          <a:latin typeface="Arial"/>
                          <a:cs typeface="Arial"/>
                        </a:rPr>
                        <a:t>Berkeley CA 94710 USA</a:t>
                      </a:r>
                      <a:endParaRPr lang="en-US" sz="1000" dirty="0">
                        <a:solidFill>
                          <a:schemeClr val="bg1">
                            <a:lumMod val="85000"/>
                          </a:schemeClr>
                        </a:solidFill>
                        <a:latin typeface="Arial"/>
                        <a:cs typeface="Arial"/>
                      </a:endParaRPr>
                    </a:p>
                  </a:txBody>
                  <a:tcPr marL="106881" marR="53440" marT="70140" marB="23380">
                    <a:solidFill>
                      <a:srgbClr val="010101"/>
                    </a:solidFill>
                  </a:tcPr>
                </a:tc>
                <a:tc gridSpan="2">
                  <a:txBody>
                    <a:bodyPr/>
                    <a:lstStyle/>
                    <a:p>
                      <a:pPr marL="0" marR="0" indent="0" algn="l" defTabSz="4388900" rtl="0" eaLnBrk="1" fontAlgn="auto" latinLnBrk="0" hangingPunct="1">
                        <a:lnSpc>
                          <a:spcPct val="100000"/>
                        </a:lnSpc>
                        <a:spcBef>
                          <a:spcPts val="0"/>
                        </a:spcBef>
                        <a:spcAft>
                          <a:spcPts val="0"/>
                        </a:spcAft>
                        <a:buClrTx/>
                        <a:buSzTx/>
                        <a:buFontTx/>
                        <a:buNone/>
                        <a:tabLst/>
                        <a:defRPr/>
                      </a:pPr>
                      <a:r>
                        <a:rPr lang="en-US" sz="1300" b="1" dirty="0">
                          <a:solidFill>
                            <a:srgbClr val="D0D0D0"/>
                          </a:solidFill>
                          <a:latin typeface="Arial"/>
                          <a:cs typeface="Arial"/>
                        </a:rPr>
                        <a:t>For poster-making tutorials</a:t>
                      </a:r>
                      <a:r>
                        <a:rPr lang="en-US" sz="1300" b="1" baseline="0" dirty="0">
                          <a:solidFill>
                            <a:srgbClr val="D0D0D0"/>
                          </a:solidFill>
                          <a:latin typeface="Arial"/>
                          <a:cs typeface="Arial"/>
                        </a:rPr>
                        <a:t> visit:</a:t>
                      </a:r>
                    </a:p>
                    <a:p>
                      <a:pPr marL="0" marR="0" indent="0" algn="l" defTabSz="4388900" rtl="0" eaLnBrk="1" fontAlgn="auto" latinLnBrk="0" hangingPunct="1">
                        <a:lnSpc>
                          <a:spcPct val="100000"/>
                        </a:lnSpc>
                        <a:spcBef>
                          <a:spcPts val="0"/>
                        </a:spcBef>
                        <a:spcAft>
                          <a:spcPts val="0"/>
                        </a:spcAft>
                        <a:buClrTx/>
                        <a:buSzTx/>
                        <a:buFontTx/>
                        <a:buNone/>
                        <a:tabLst/>
                        <a:defRPr/>
                      </a:pPr>
                      <a:r>
                        <a:rPr lang="en-US" sz="900" b="1" dirty="0">
                          <a:solidFill>
                            <a:srgbClr val="FFC000"/>
                          </a:solidFill>
                          <a:latin typeface="Arial"/>
                          <a:cs typeface="Arial"/>
                        </a:rPr>
                        <a:t>https://</a:t>
                      </a:r>
                      <a:r>
                        <a:rPr lang="en-US" sz="900" b="1" dirty="0" err="1">
                          <a:solidFill>
                            <a:srgbClr val="FFC000"/>
                          </a:solidFill>
                          <a:latin typeface="Arial"/>
                          <a:cs typeface="Arial"/>
                        </a:rPr>
                        <a:t>www.posterpresentations.com</a:t>
                      </a:r>
                      <a:r>
                        <a:rPr lang="en-US" sz="900" b="1" dirty="0">
                          <a:solidFill>
                            <a:srgbClr val="FFC000"/>
                          </a:solidFill>
                          <a:latin typeface="Arial"/>
                          <a:cs typeface="Arial"/>
                        </a:rPr>
                        <a:t>/</a:t>
                      </a:r>
                      <a:r>
                        <a:rPr lang="en-US" sz="900" b="1" dirty="0" err="1">
                          <a:solidFill>
                            <a:srgbClr val="FFC000"/>
                          </a:solidFill>
                          <a:latin typeface="Arial"/>
                          <a:cs typeface="Arial"/>
                        </a:rPr>
                        <a:t>helpdesk.html</a:t>
                      </a:r>
                      <a:endParaRPr lang="en-US" sz="900" dirty="0">
                        <a:solidFill>
                          <a:schemeClr val="bg1">
                            <a:lumMod val="85000"/>
                          </a:schemeClr>
                        </a:solidFill>
                        <a:latin typeface="Arial"/>
                        <a:cs typeface="Arial"/>
                      </a:endParaRPr>
                    </a:p>
                  </a:txBody>
                  <a:tcPr marL="95264" marR="95264" marT="47632" marB="47632">
                    <a:solidFill>
                      <a:srgbClr val="010101"/>
                    </a:solidFill>
                  </a:tcPr>
                </a:tc>
                <a:tc hMerge="1">
                  <a:txBody>
                    <a:bodyPr/>
                    <a:lstStyle/>
                    <a:p>
                      <a:pPr marL="0" marR="0" indent="0" algn="l" defTabSz="4388900" rtl="0" eaLnBrk="1" fontAlgn="auto" latinLnBrk="0" hangingPunct="1">
                        <a:lnSpc>
                          <a:spcPct val="100000"/>
                        </a:lnSpc>
                        <a:spcBef>
                          <a:spcPts val="0"/>
                        </a:spcBef>
                        <a:spcAft>
                          <a:spcPts val="0"/>
                        </a:spcAft>
                        <a:buClrTx/>
                        <a:buSzTx/>
                        <a:buFontTx/>
                        <a:buNone/>
                        <a:tabLst/>
                        <a:defRPr/>
                      </a:pPr>
                      <a:endParaRPr lang="en-US" sz="900" dirty="0">
                        <a:solidFill>
                          <a:schemeClr val="bg1">
                            <a:lumMod val="85000"/>
                          </a:schemeClr>
                        </a:solidFill>
                        <a:latin typeface="Arial"/>
                        <a:cs typeface="Arial"/>
                      </a:endParaRPr>
                    </a:p>
                  </a:txBody>
                  <a:tcPr marL="95264" marR="95264" marT="47632" marB="47632">
                    <a:solidFill>
                      <a:srgbClr val="010101"/>
                    </a:solidFill>
                  </a:tcPr>
                </a:tc>
                <a:extLst>
                  <a:ext uri="{0D108BD9-81ED-4DB2-BD59-A6C34878D82A}">
                    <a16:rowId xmlns:a16="http://schemas.microsoft.com/office/drawing/2014/main" val="10009"/>
                  </a:ext>
                </a:extLst>
              </a:tr>
            </a:tbl>
          </a:graphicData>
        </a:graphic>
      </p:graphicFrame>
    </p:spTree>
  </p:cSld>
  <p:clrMap bg1="lt1" tx1="dk1" bg2="lt2" tx2="dk2" accent1="accent1" accent2="accent2" accent3="accent3" accent4="accent4" accent5="accent5" accent6="accent6" hlink="hlink" folHlink="folHlink"/>
  <p:sldLayoutIdLst>
    <p:sldLayoutId id="2147483652" r:id="rId1"/>
  </p:sldLayoutIdLst>
  <p:txStyles>
    <p:titleStyle>
      <a:lvl1pPr algn="ctr" defTabSz="2675223" rtl="0" eaLnBrk="1" latinLnBrk="0" hangingPunct="1">
        <a:spcBef>
          <a:spcPct val="0"/>
        </a:spcBef>
        <a:buNone/>
        <a:defRPr sz="5334" kern="1200">
          <a:solidFill>
            <a:schemeClr val="bg1"/>
          </a:solidFill>
          <a:latin typeface="Trebuchet MS" pitchFamily="34" charset="0"/>
          <a:ea typeface="+mj-ea"/>
          <a:cs typeface="+mj-cs"/>
        </a:defRPr>
      </a:lvl1pPr>
    </p:titleStyle>
    <p:bodyStyle>
      <a:lvl1pPr marL="1003209" indent="-1003209" algn="l" defTabSz="2675223" rtl="0" eaLnBrk="1" latinLnBrk="0" hangingPunct="1">
        <a:spcBef>
          <a:spcPct val="20000"/>
        </a:spcBef>
        <a:buFont typeface="Arial" pitchFamily="34" charset="0"/>
        <a:buChar char="•"/>
        <a:defRPr sz="9387" kern="1200">
          <a:solidFill>
            <a:schemeClr val="tx1"/>
          </a:solidFill>
          <a:latin typeface="+mn-lt"/>
          <a:ea typeface="+mn-ea"/>
          <a:cs typeface="+mn-cs"/>
        </a:defRPr>
      </a:lvl1pPr>
      <a:lvl2pPr marL="2173619" indent="-836007" algn="l" defTabSz="2675223" rtl="0" eaLnBrk="1" latinLnBrk="0" hangingPunct="1">
        <a:spcBef>
          <a:spcPct val="20000"/>
        </a:spcBef>
        <a:buFont typeface="Arial" pitchFamily="34" charset="0"/>
        <a:buChar char="–"/>
        <a:defRPr sz="8214" kern="1200">
          <a:solidFill>
            <a:schemeClr val="tx1"/>
          </a:solidFill>
          <a:latin typeface="+mn-lt"/>
          <a:ea typeface="+mn-ea"/>
          <a:cs typeface="+mn-cs"/>
        </a:defRPr>
      </a:lvl2pPr>
      <a:lvl3pPr marL="3344029" indent="-668806" algn="l" defTabSz="2675223" rtl="0" eaLnBrk="1" latinLnBrk="0" hangingPunct="1">
        <a:spcBef>
          <a:spcPct val="20000"/>
        </a:spcBef>
        <a:buFont typeface="Arial" pitchFamily="34" charset="0"/>
        <a:buChar char="•"/>
        <a:defRPr sz="7040" kern="1200">
          <a:solidFill>
            <a:schemeClr val="tx1"/>
          </a:solidFill>
          <a:latin typeface="+mn-lt"/>
          <a:ea typeface="+mn-ea"/>
          <a:cs typeface="+mn-cs"/>
        </a:defRPr>
      </a:lvl3pPr>
      <a:lvl4pPr marL="4681641" indent="-668806" algn="l" defTabSz="2675223" rtl="0" eaLnBrk="1" latinLnBrk="0" hangingPunct="1">
        <a:spcBef>
          <a:spcPct val="20000"/>
        </a:spcBef>
        <a:buFont typeface="Arial" pitchFamily="34" charset="0"/>
        <a:buChar char="–"/>
        <a:defRPr sz="5867" kern="1200">
          <a:solidFill>
            <a:schemeClr val="tx1"/>
          </a:solidFill>
          <a:latin typeface="+mn-lt"/>
          <a:ea typeface="+mn-ea"/>
          <a:cs typeface="+mn-cs"/>
        </a:defRPr>
      </a:lvl4pPr>
      <a:lvl5pPr marL="6019252" indent="-668806" algn="l" defTabSz="2675223" rtl="0" eaLnBrk="1" latinLnBrk="0" hangingPunct="1">
        <a:spcBef>
          <a:spcPct val="20000"/>
        </a:spcBef>
        <a:buFont typeface="Arial" pitchFamily="34" charset="0"/>
        <a:buChar char="»"/>
        <a:defRPr sz="5867" kern="1200">
          <a:solidFill>
            <a:schemeClr val="tx1"/>
          </a:solidFill>
          <a:latin typeface="+mn-lt"/>
          <a:ea typeface="+mn-ea"/>
          <a:cs typeface="+mn-cs"/>
        </a:defRPr>
      </a:lvl5pPr>
      <a:lvl6pPr marL="7356863" indent="-668806" algn="l" defTabSz="2675223" rtl="0" eaLnBrk="1" latinLnBrk="0" hangingPunct="1">
        <a:spcBef>
          <a:spcPct val="20000"/>
        </a:spcBef>
        <a:buFont typeface="Arial" pitchFamily="34" charset="0"/>
        <a:buChar char="•"/>
        <a:defRPr sz="5867" kern="1200">
          <a:solidFill>
            <a:schemeClr val="tx1"/>
          </a:solidFill>
          <a:latin typeface="+mn-lt"/>
          <a:ea typeface="+mn-ea"/>
          <a:cs typeface="+mn-cs"/>
        </a:defRPr>
      </a:lvl6pPr>
      <a:lvl7pPr marL="8694474" indent="-668806" algn="l" defTabSz="2675223" rtl="0" eaLnBrk="1" latinLnBrk="0" hangingPunct="1">
        <a:spcBef>
          <a:spcPct val="20000"/>
        </a:spcBef>
        <a:buFont typeface="Arial" pitchFamily="34" charset="0"/>
        <a:buChar char="•"/>
        <a:defRPr sz="5867" kern="1200">
          <a:solidFill>
            <a:schemeClr val="tx1"/>
          </a:solidFill>
          <a:latin typeface="+mn-lt"/>
          <a:ea typeface="+mn-ea"/>
          <a:cs typeface="+mn-cs"/>
        </a:defRPr>
      </a:lvl7pPr>
      <a:lvl8pPr marL="10032086" indent="-668806" algn="l" defTabSz="2675223" rtl="0" eaLnBrk="1" latinLnBrk="0" hangingPunct="1">
        <a:spcBef>
          <a:spcPct val="20000"/>
        </a:spcBef>
        <a:buFont typeface="Arial" pitchFamily="34" charset="0"/>
        <a:buChar char="•"/>
        <a:defRPr sz="5867" kern="1200">
          <a:solidFill>
            <a:schemeClr val="tx1"/>
          </a:solidFill>
          <a:latin typeface="+mn-lt"/>
          <a:ea typeface="+mn-ea"/>
          <a:cs typeface="+mn-cs"/>
        </a:defRPr>
      </a:lvl8pPr>
      <a:lvl9pPr marL="11369697" indent="-668806" algn="l" defTabSz="2675223" rtl="0" eaLnBrk="1" latinLnBrk="0" hangingPunct="1">
        <a:spcBef>
          <a:spcPct val="20000"/>
        </a:spcBef>
        <a:buFont typeface="Arial" pitchFamily="34" charset="0"/>
        <a:buChar char="•"/>
        <a:defRPr sz="5867" kern="1200">
          <a:solidFill>
            <a:schemeClr val="tx1"/>
          </a:solidFill>
          <a:latin typeface="+mn-lt"/>
          <a:ea typeface="+mn-ea"/>
          <a:cs typeface="+mn-cs"/>
        </a:defRPr>
      </a:lvl9pPr>
    </p:bodyStyle>
    <p:otherStyle>
      <a:defPPr>
        <a:defRPr lang="en-US"/>
      </a:defPPr>
      <a:lvl1pPr marL="0" algn="l" defTabSz="2675223" rtl="0" eaLnBrk="1" latinLnBrk="0" hangingPunct="1">
        <a:defRPr sz="5227" kern="1200">
          <a:solidFill>
            <a:schemeClr val="tx1"/>
          </a:solidFill>
          <a:latin typeface="+mn-lt"/>
          <a:ea typeface="+mn-ea"/>
          <a:cs typeface="+mn-cs"/>
        </a:defRPr>
      </a:lvl1pPr>
      <a:lvl2pPr marL="1337612" algn="l" defTabSz="2675223" rtl="0" eaLnBrk="1" latinLnBrk="0" hangingPunct="1">
        <a:defRPr sz="5227" kern="1200">
          <a:solidFill>
            <a:schemeClr val="tx1"/>
          </a:solidFill>
          <a:latin typeface="+mn-lt"/>
          <a:ea typeface="+mn-ea"/>
          <a:cs typeface="+mn-cs"/>
        </a:defRPr>
      </a:lvl2pPr>
      <a:lvl3pPr marL="2675223" algn="l" defTabSz="2675223" rtl="0" eaLnBrk="1" latinLnBrk="0" hangingPunct="1">
        <a:defRPr sz="5227" kern="1200">
          <a:solidFill>
            <a:schemeClr val="tx1"/>
          </a:solidFill>
          <a:latin typeface="+mn-lt"/>
          <a:ea typeface="+mn-ea"/>
          <a:cs typeface="+mn-cs"/>
        </a:defRPr>
      </a:lvl3pPr>
      <a:lvl4pPr marL="4012835" algn="l" defTabSz="2675223" rtl="0" eaLnBrk="1" latinLnBrk="0" hangingPunct="1">
        <a:defRPr sz="5227" kern="1200">
          <a:solidFill>
            <a:schemeClr val="tx1"/>
          </a:solidFill>
          <a:latin typeface="+mn-lt"/>
          <a:ea typeface="+mn-ea"/>
          <a:cs typeface="+mn-cs"/>
        </a:defRPr>
      </a:lvl4pPr>
      <a:lvl5pPr marL="5350446" algn="l" defTabSz="2675223" rtl="0" eaLnBrk="1" latinLnBrk="0" hangingPunct="1">
        <a:defRPr sz="5227" kern="1200">
          <a:solidFill>
            <a:schemeClr val="tx1"/>
          </a:solidFill>
          <a:latin typeface="+mn-lt"/>
          <a:ea typeface="+mn-ea"/>
          <a:cs typeface="+mn-cs"/>
        </a:defRPr>
      </a:lvl5pPr>
      <a:lvl6pPr marL="6688058" algn="l" defTabSz="2675223" rtl="0" eaLnBrk="1" latinLnBrk="0" hangingPunct="1">
        <a:defRPr sz="5227" kern="1200">
          <a:solidFill>
            <a:schemeClr val="tx1"/>
          </a:solidFill>
          <a:latin typeface="+mn-lt"/>
          <a:ea typeface="+mn-ea"/>
          <a:cs typeface="+mn-cs"/>
        </a:defRPr>
      </a:lvl6pPr>
      <a:lvl7pPr marL="8025669" algn="l" defTabSz="2675223" rtl="0" eaLnBrk="1" latinLnBrk="0" hangingPunct="1">
        <a:defRPr sz="5227" kern="1200">
          <a:solidFill>
            <a:schemeClr val="tx1"/>
          </a:solidFill>
          <a:latin typeface="+mn-lt"/>
          <a:ea typeface="+mn-ea"/>
          <a:cs typeface="+mn-cs"/>
        </a:defRPr>
      </a:lvl7pPr>
      <a:lvl8pPr marL="9363280" algn="l" defTabSz="2675223" rtl="0" eaLnBrk="1" latinLnBrk="0" hangingPunct="1">
        <a:defRPr sz="5227" kern="1200">
          <a:solidFill>
            <a:schemeClr val="tx1"/>
          </a:solidFill>
          <a:latin typeface="+mn-lt"/>
          <a:ea typeface="+mn-ea"/>
          <a:cs typeface="+mn-cs"/>
        </a:defRPr>
      </a:lvl8pPr>
      <a:lvl9pPr marL="10700892" algn="l" defTabSz="2675223" rtl="0" eaLnBrk="1" latinLnBrk="0" hangingPunct="1">
        <a:defRPr sz="5227"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F13C9E09-17E0-7E46-9EC7-99AF8216A004}"/>
              </a:ext>
            </a:extLst>
          </p:cNvPr>
          <p:cNvGrpSpPr/>
          <p:nvPr userDrawn="1"/>
        </p:nvGrpSpPr>
        <p:grpSpPr>
          <a:xfrm>
            <a:off x="-86402" y="-57150"/>
            <a:ext cx="29433603" cy="16573500"/>
            <a:chOff x="-81002" y="-57150"/>
            <a:chExt cx="27594003" cy="16573500"/>
          </a:xfrm>
        </p:grpSpPr>
        <p:sp>
          <p:nvSpPr>
            <p:cNvPr id="10" name="Text Box 14"/>
            <p:cNvSpPr txBox="1">
              <a:spLocks noChangeArrowheads="1"/>
            </p:cNvSpPr>
            <p:nvPr userDrawn="1"/>
          </p:nvSpPr>
          <p:spPr bwMode="auto">
            <a:xfrm>
              <a:off x="918370" y="16156940"/>
              <a:ext cx="1571625" cy="200575"/>
            </a:xfrm>
            <a:prstGeom prst="rect">
              <a:avLst/>
            </a:prstGeom>
            <a:noFill/>
            <a:ln w="9525">
              <a:noFill/>
              <a:miter lim="800000"/>
              <a:headEnd/>
              <a:tailEnd/>
            </a:ln>
            <a:effectLst/>
          </p:spPr>
          <p:txBody>
            <a:bodyPr lIns="52150" tIns="26070" rIns="52150" bIns="26070">
              <a:spAutoFit/>
            </a:bodyPr>
            <a:lstStyle/>
            <a:p>
              <a:pPr eaLnBrk="0" hangingPunct="0">
                <a:lnSpc>
                  <a:spcPct val="65000"/>
                </a:lnSpc>
                <a:spcBef>
                  <a:spcPct val="50000"/>
                </a:spcBef>
                <a:defRPr/>
              </a:pPr>
              <a:r>
                <a:rPr lang="en-US" sz="320" b="1" dirty="0">
                  <a:solidFill>
                    <a:schemeClr val="bg1">
                      <a:lumMod val="75000"/>
                    </a:schemeClr>
                  </a:solidFill>
                  <a:latin typeface="Arial" charset="0"/>
                </a:rPr>
                <a:t>RESEARCH POSTER PRESENTATION DESIGN © 2012</a:t>
              </a:r>
            </a:p>
            <a:p>
              <a:pPr eaLnBrk="0" hangingPunct="0">
                <a:lnSpc>
                  <a:spcPct val="65000"/>
                </a:lnSpc>
                <a:spcBef>
                  <a:spcPct val="50000"/>
                </a:spcBef>
                <a:defRPr/>
              </a:pPr>
              <a:r>
                <a:rPr lang="en-US" sz="640" b="1" dirty="0">
                  <a:solidFill>
                    <a:schemeClr val="bg1">
                      <a:lumMod val="75000"/>
                    </a:schemeClr>
                  </a:solidFill>
                  <a:latin typeface="Arial" charset="0"/>
                </a:rPr>
                <a:t>www.PosterPresentations.com</a:t>
              </a:r>
            </a:p>
          </p:txBody>
        </p:sp>
        <p:sp>
          <p:nvSpPr>
            <p:cNvPr id="74" name="Freeform 73"/>
            <p:cNvSpPr/>
            <p:nvPr userDrawn="1"/>
          </p:nvSpPr>
          <p:spPr>
            <a:xfrm>
              <a:off x="-36170" y="-48064"/>
              <a:ext cx="27549171" cy="16564414"/>
            </a:xfrm>
            <a:custGeom>
              <a:avLst/>
              <a:gdLst>
                <a:gd name="connsiteX0" fmla="*/ 0 w 44005500"/>
                <a:gd name="connsiteY0" fmla="*/ 0 h 32956500"/>
                <a:gd name="connsiteX1" fmla="*/ 44005500 w 44005500"/>
                <a:gd name="connsiteY1" fmla="*/ 32956500 h 32956500"/>
                <a:gd name="connsiteX2" fmla="*/ 38100 w 44005500"/>
                <a:gd name="connsiteY2" fmla="*/ 32918400 h 32956500"/>
                <a:gd name="connsiteX3" fmla="*/ 0 w 44005500"/>
                <a:gd name="connsiteY3" fmla="*/ 0 h 32956500"/>
              </a:gdLst>
              <a:ahLst/>
              <a:cxnLst>
                <a:cxn ang="0">
                  <a:pos x="connsiteX0" y="connsiteY0"/>
                </a:cxn>
                <a:cxn ang="0">
                  <a:pos x="connsiteX1" y="connsiteY1"/>
                </a:cxn>
                <a:cxn ang="0">
                  <a:pos x="connsiteX2" y="connsiteY2"/>
                </a:cxn>
                <a:cxn ang="0">
                  <a:pos x="connsiteX3" y="connsiteY3"/>
                </a:cxn>
              </a:cxnLst>
              <a:rect l="l" t="t" r="r" b="b"/>
              <a:pathLst>
                <a:path w="44005500" h="32956500">
                  <a:moveTo>
                    <a:pt x="0" y="0"/>
                  </a:moveTo>
                  <a:lnTo>
                    <a:pt x="44005500" y="32956500"/>
                  </a:lnTo>
                  <a:lnTo>
                    <a:pt x="38100" y="32918400"/>
                  </a:lnTo>
                  <a:lnTo>
                    <a:pt x="0" y="0"/>
                  </a:lnTo>
                  <a:close/>
                </a:path>
              </a:pathLst>
            </a:custGeom>
            <a:gradFill>
              <a:gsLst>
                <a:gs pos="79000">
                  <a:schemeClr val="accent1">
                    <a:lumMod val="40000"/>
                    <a:lumOff val="60000"/>
                  </a:schemeClr>
                </a:gs>
                <a:gs pos="13000">
                  <a:schemeClr val="accent1">
                    <a:lumMod val="30000"/>
                    <a:lumOff val="7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227" dirty="0"/>
            </a:p>
          </p:txBody>
        </p:sp>
        <p:sp>
          <p:nvSpPr>
            <p:cNvPr id="75" name="Freeform 74"/>
            <p:cNvSpPr/>
            <p:nvPr userDrawn="1"/>
          </p:nvSpPr>
          <p:spPr>
            <a:xfrm flipH="1" flipV="1">
              <a:off x="-36170" y="-48064"/>
              <a:ext cx="27549169" cy="16555891"/>
            </a:xfrm>
            <a:custGeom>
              <a:avLst/>
              <a:gdLst>
                <a:gd name="connsiteX0" fmla="*/ 0 w 44005500"/>
                <a:gd name="connsiteY0" fmla="*/ 0 h 32956500"/>
                <a:gd name="connsiteX1" fmla="*/ 44005500 w 44005500"/>
                <a:gd name="connsiteY1" fmla="*/ 32956500 h 32956500"/>
                <a:gd name="connsiteX2" fmla="*/ 38100 w 44005500"/>
                <a:gd name="connsiteY2" fmla="*/ 32918400 h 32956500"/>
                <a:gd name="connsiteX3" fmla="*/ 0 w 44005500"/>
                <a:gd name="connsiteY3" fmla="*/ 0 h 32956500"/>
              </a:gdLst>
              <a:ahLst/>
              <a:cxnLst>
                <a:cxn ang="0">
                  <a:pos x="connsiteX0" y="connsiteY0"/>
                </a:cxn>
                <a:cxn ang="0">
                  <a:pos x="connsiteX1" y="connsiteY1"/>
                </a:cxn>
                <a:cxn ang="0">
                  <a:pos x="connsiteX2" y="connsiteY2"/>
                </a:cxn>
                <a:cxn ang="0">
                  <a:pos x="connsiteX3" y="connsiteY3"/>
                </a:cxn>
              </a:cxnLst>
              <a:rect l="l" t="t" r="r" b="b"/>
              <a:pathLst>
                <a:path w="44005500" h="32956500">
                  <a:moveTo>
                    <a:pt x="0" y="0"/>
                  </a:moveTo>
                  <a:lnTo>
                    <a:pt x="44005500" y="32956500"/>
                  </a:lnTo>
                  <a:lnTo>
                    <a:pt x="38100" y="32918400"/>
                  </a:lnTo>
                  <a:lnTo>
                    <a:pt x="0" y="0"/>
                  </a:lnTo>
                  <a:close/>
                </a:path>
              </a:pathLst>
            </a:custGeom>
            <a:gradFill>
              <a:gsLst>
                <a:gs pos="41000">
                  <a:schemeClr val="bg2"/>
                </a:gs>
                <a:gs pos="100000">
                  <a:schemeClr val="accent1">
                    <a:lumMod val="30000"/>
                    <a:lumOff val="7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227"/>
            </a:p>
          </p:txBody>
        </p:sp>
        <p:sp>
          <p:nvSpPr>
            <p:cNvPr id="76" name="Freeform 75"/>
            <p:cNvSpPr/>
            <p:nvPr userDrawn="1"/>
          </p:nvSpPr>
          <p:spPr>
            <a:xfrm>
              <a:off x="-81002" y="-57150"/>
              <a:ext cx="27594003" cy="16573500"/>
            </a:xfrm>
            <a:custGeom>
              <a:avLst/>
              <a:gdLst>
                <a:gd name="connsiteX0" fmla="*/ 36576 w 39026592"/>
                <a:gd name="connsiteY0" fmla="*/ 0 h 30614112"/>
                <a:gd name="connsiteX1" fmla="*/ 15837408 w 39026592"/>
                <a:gd name="connsiteY1" fmla="*/ 30614112 h 30614112"/>
                <a:gd name="connsiteX2" fmla="*/ 39026592 w 39026592"/>
                <a:gd name="connsiteY2" fmla="*/ 13350240 h 30614112"/>
                <a:gd name="connsiteX3" fmla="*/ 0 w 39026592"/>
                <a:gd name="connsiteY3" fmla="*/ 73152 h 30614112"/>
                <a:gd name="connsiteX4" fmla="*/ 109728 w 39026592"/>
                <a:gd name="connsiteY4" fmla="*/ 146304 h 306141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026592" h="30614112">
                  <a:moveTo>
                    <a:pt x="36576" y="0"/>
                  </a:moveTo>
                  <a:lnTo>
                    <a:pt x="15837408" y="30614112"/>
                  </a:lnTo>
                  <a:lnTo>
                    <a:pt x="39026592" y="13350240"/>
                  </a:lnTo>
                  <a:lnTo>
                    <a:pt x="0" y="73152"/>
                  </a:lnTo>
                  <a:lnTo>
                    <a:pt x="109728" y="146304"/>
                  </a:lnTo>
                </a:path>
              </a:pathLst>
            </a:custGeom>
            <a:gradFill flip="none" rotWithShape="1">
              <a:gsLst>
                <a:gs pos="0">
                  <a:schemeClr val="bg1"/>
                </a:gs>
                <a:gs pos="76000">
                  <a:schemeClr val="accent1">
                    <a:lumMod val="30000"/>
                    <a:lumOff val="70000"/>
                    <a:alpha val="0"/>
                  </a:schemeClr>
                </a:gs>
              </a:gsLst>
              <a:path path="rect">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227"/>
            </a:p>
          </p:txBody>
        </p:sp>
        <p:sp>
          <p:nvSpPr>
            <p:cNvPr id="77" name="Text Box 14"/>
            <p:cNvSpPr txBox="1">
              <a:spLocks noChangeArrowheads="1"/>
            </p:cNvSpPr>
            <p:nvPr userDrawn="1"/>
          </p:nvSpPr>
          <p:spPr bwMode="auto">
            <a:xfrm>
              <a:off x="918368" y="15962954"/>
              <a:ext cx="1571625" cy="211282"/>
            </a:xfrm>
            <a:prstGeom prst="rect">
              <a:avLst/>
            </a:prstGeom>
            <a:noFill/>
            <a:ln w="9525">
              <a:noFill/>
              <a:miter lim="800000"/>
              <a:headEnd/>
              <a:tailEnd/>
            </a:ln>
            <a:effectLst/>
          </p:spPr>
          <p:txBody>
            <a:bodyPr lIns="52150" tIns="26070" rIns="52150" bIns="26070">
              <a:spAutoFit/>
            </a:bodyPr>
            <a:lstStyle/>
            <a:p>
              <a:pPr eaLnBrk="0" hangingPunct="0">
                <a:lnSpc>
                  <a:spcPct val="65000"/>
                </a:lnSpc>
                <a:spcBef>
                  <a:spcPct val="50000"/>
                </a:spcBef>
                <a:defRPr/>
              </a:pPr>
              <a:r>
                <a:rPr lang="en-US" sz="427" b="1" dirty="0">
                  <a:solidFill>
                    <a:schemeClr val="bg1">
                      <a:lumMod val="75000"/>
                    </a:schemeClr>
                  </a:solidFill>
                  <a:latin typeface="Arial" charset="0"/>
                </a:rPr>
                <a:t>RESEARCH POSTER PRESENTATION DESIGN © 2019</a:t>
              </a:r>
            </a:p>
            <a:p>
              <a:pPr eaLnBrk="0" hangingPunct="0">
                <a:lnSpc>
                  <a:spcPct val="65000"/>
                </a:lnSpc>
                <a:spcBef>
                  <a:spcPct val="50000"/>
                </a:spcBef>
                <a:defRPr/>
              </a:pPr>
              <a:r>
                <a:rPr lang="en-US" sz="640" b="1" dirty="0">
                  <a:solidFill>
                    <a:schemeClr val="bg1">
                      <a:lumMod val="75000"/>
                    </a:schemeClr>
                  </a:solidFill>
                  <a:latin typeface="Arial" charset="0"/>
                </a:rPr>
                <a:t>www.PosterPresentations.com</a:t>
              </a:r>
            </a:p>
          </p:txBody>
        </p:sp>
      </p:grpSp>
    </p:spTree>
    <p:extLst>
      <p:ext uri="{BB962C8B-B14F-4D97-AF65-F5344CB8AC3E}">
        <p14:creationId xmlns:p14="http://schemas.microsoft.com/office/powerpoint/2010/main" val="3254691146"/>
      </p:ext>
    </p:extLst>
  </p:cSld>
  <p:clrMap bg1="lt1" tx1="dk1" bg2="lt2" tx2="dk2" accent1="accent1" accent2="accent2" accent3="accent3" accent4="accent4" accent5="accent5" accent6="accent6" hlink="hlink" folHlink="folHlink"/>
  <p:sldLayoutIdLst>
    <p:sldLayoutId id="2147483660" r:id="rId1"/>
  </p:sldLayoutIdLst>
  <p:txStyles>
    <p:titleStyle>
      <a:lvl1pPr algn="ctr" defTabSz="2675223" rtl="0" eaLnBrk="1" latinLnBrk="0" hangingPunct="1">
        <a:spcBef>
          <a:spcPct val="0"/>
        </a:spcBef>
        <a:buNone/>
        <a:defRPr sz="5334" kern="1200">
          <a:solidFill>
            <a:schemeClr val="bg1"/>
          </a:solidFill>
          <a:latin typeface="Trebuchet MS" pitchFamily="34" charset="0"/>
          <a:ea typeface="+mj-ea"/>
          <a:cs typeface="+mj-cs"/>
        </a:defRPr>
      </a:lvl1pPr>
    </p:titleStyle>
    <p:bodyStyle>
      <a:lvl1pPr marL="1003209" indent="-1003209" algn="l" defTabSz="2675223" rtl="0" eaLnBrk="1" latinLnBrk="0" hangingPunct="1">
        <a:spcBef>
          <a:spcPct val="20000"/>
        </a:spcBef>
        <a:buFont typeface="Arial" pitchFamily="34" charset="0"/>
        <a:buChar char="•"/>
        <a:defRPr sz="9387" kern="1200">
          <a:solidFill>
            <a:schemeClr val="tx1"/>
          </a:solidFill>
          <a:latin typeface="+mn-lt"/>
          <a:ea typeface="+mn-ea"/>
          <a:cs typeface="+mn-cs"/>
        </a:defRPr>
      </a:lvl1pPr>
      <a:lvl2pPr marL="2173619" indent="-836007" algn="l" defTabSz="2675223" rtl="0" eaLnBrk="1" latinLnBrk="0" hangingPunct="1">
        <a:spcBef>
          <a:spcPct val="20000"/>
        </a:spcBef>
        <a:buFont typeface="Arial" pitchFamily="34" charset="0"/>
        <a:buChar char="–"/>
        <a:defRPr sz="8214" kern="1200">
          <a:solidFill>
            <a:schemeClr val="tx1"/>
          </a:solidFill>
          <a:latin typeface="+mn-lt"/>
          <a:ea typeface="+mn-ea"/>
          <a:cs typeface="+mn-cs"/>
        </a:defRPr>
      </a:lvl2pPr>
      <a:lvl3pPr marL="3344029" indent="-668806" algn="l" defTabSz="2675223" rtl="0" eaLnBrk="1" latinLnBrk="0" hangingPunct="1">
        <a:spcBef>
          <a:spcPct val="20000"/>
        </a:spcBef>
        <a:buFont typeface="Arial" pitchFamily="34" charset="0"/>
        <a:buChar char="•"/>
        <a:defRPr sz="7040" kern="1200">
          <a:solidFill>
            <a:schemeClr val="tx1"/>
          </a:solidFill>
          <a:latin typeface="+mn-lt"/>
          <a:ea typeface="+mn-ea"/>
          <a:cs typeface="+mn-cs"/>
        </a:defRPr>
      </a:lvl3pPr>
      <a:lvl4pPr marL="4681641" indent="-668806" algn="l" defTabSz="2675223" rtl="0" eaLnBrk="1" latinLnBrk="0" hangingPunct="1">
        <a:spcBef>
          <a:spcPct val="20000"/>
        </a:spcBef>
        <a:buFont typeface="Arial" pitchFamily="34" charset="0"/>
        <a:buChar char="–"/>
        <a:defRPr sz="5867" kern="1200">
          <a:solidFill>
            <a:schemeClr val="tx1"/>
          </a:solidFill>
          <a:latin typeface="+mn-lt"/>
          <a:ea typeface="+mn-ea"/>
          <a:cs typeface="+mn-cs"/>
        </a:defRPr>
      </a:lvl4pPr>
      <a:lvl5pPr marL="6019252" indent="-668806" algn="l" defTabSz="2675223" rtl="0" eaLnBrk="1" latinLnBrk="0" hangingPunct="1">
        <a:spcBef>
          <a:spcPct val="20000"/>
        </a:spcBef>
        <a:buFont typeface="Arial" pitchFamily="34" charset="0"/>
        <a:buChar char="»"/>
        <a:defRPr sz="5867" kern="1200">
          <a:solidFill>
            <a:schemeClr val="tx1"/>
          </a:solidFill>
          <a:latin typeface="+mn-lt"/>
          <a:ea typeface="+mn-ea"/>
          <a:cs typeface="+mn-cs"/>
        </a:defRPr>
      </a:lvl5pPr>
      <a:lvl6pPr marL="7356863" indent="-668806" algn="l" defTabSz="2675223" rtl="0" eaLnBrk="1" latinLnBrk="0" hangingPunct="1">
        <a:spcBef>
          <a:spcPct val="20000"/>
        </a:spcBef>
        <a:buFont typeface="Arial" pitchFamily="34" charset="0"/>
        <a:buChar char="•"/>
        <a:defRPr sz="5867" kern="1200">
          <a:solidFill>
            <a:schemeClr val="tx1"/>
          </a:solidFill>
          <a:latin typeface="+mn-lt"/>
          <a:ea typeface="+mn-ea"/>
          <a:cs typeface="+mn-cs"/>
        </a:defRPr>
      </a:lvl6pPr>
      <a:lvl7pPr marL="8694474" indent="-668806" algn="l" defTabSz="2675223" rtl="0" eaLnBrk="1" latinLnBrk="0" hangingPunct="1">
        <a:spcBef>
          <a:spcPct val="20000"/>
        </a:spcBef>
        <a:buFont typeface="Arial" pitchFamily="34" charset="0"/>
        <a:buChar char="•"/>
        <a:defRPr sz="5867" kern="1200">
          <a:solidFill>
            <a:schemeClr val="tx1"/>
          </a:solidFill>
          <a:latin typeface="+mn-lt"/>
          <a:ea typeface="+mn-ea"/>
          <a:cs typeface="+mn-cs"/>
        </a:defRPr>
      </a:lvl7pPr>
      <a:lvl8pPr marL="10032086" indent="-668806" algn="l" defTabSz="2675223" rtl="0" eaLnBrk="1" latinLnBrk="0" hangingPunct="1">
        <a:spcBef>
          <a:spcPct val="20000"/>
        </a:spcBef>
        <a:buFont typeface="Arial" pitchFamily="34" charset="0"/>
        <a:buChar char="•"/>
        <a:defRPr sz="5867" kern="1200">
          <a:solidFill>
            <a:schemeClr val="tx1"/>
          </a:solidFill>
          <a:latin typeface="+mn-lt"/>
          <a:ea typeface="+mn-ea"/>
          <a:cs typeface="+mn-cs"/>
        </a:defRPr>
      </a:lvl8pPr>
      <a:lvl9pPr marL="11369697" indent="-668806" algn="l" defTabSz="2675223" rtl="0" eaLnBrk="1" latinLnBrk="0" hangingPunct="1">
        <a:spcBef>
          <a:spcPct val="20000"/>
        </a:spcBef>
        <a:buFont typeface="Arial" pitchFamily="34" charset="0"/>
        <a:buChar char="•"/>
        <a:defRPr sz="5867" kern="1200">
          <a:solidFill>
            <a:schemeClr val="tx1"/>
          </a:solidFill>
          <a:latin typeface="+mn-lt"/>
          <a:ea typeface="+mn-ea"/>
          <a:cs typeface="+mn-cs"/>
        </a:defRPr>
      </a:lvl9pPr>
    </p:bodyStyle>
    <p:otherStyle>
      <a:defPPr>
        <a:defRPr lang="en-US"/>
      </a:defPPr>
      <a:lvl1pPr marL="0" algn="l" defTabSz="2675223" rtl="0" eaLnBrk="1" latinLnBrk="0" hangingPunct="1">
        <a:defRPr sz="5227" kern="1200">
          <a:solidFill>
            <a:schemeClr val="tx1"/>
          </a:solidFill>
          <a:latin typeface="+mn-lt"/>
          <a:ea typeface="+mn-ea"/>
          <a:cs typeface="+mn-cs"/>
        </a:defRPr>
      </a:lvl1pPr>
      <a:lvl2pPr marL="1337612" algn="l" defTabSz="2675223" rtl="0" eaLnBrk="1" latinLnBrk="0" hangingPunct="1">
        <a:defRPr sz="5227" kern="1200">
          <a:solidFill>
            <a:schemeClr val="tx1"/>
          </a:solidFill>
          <a:latin typeface="+mn-lt"/>
          <a:ea typeface="+mn-ea"/>
          <a:cs typeface="+mn-cs"/>
        </a:defRPr>
      </a:lvl2pPr>
      <a:lvl3pPr marL="2675223" algn="l" defTabSz="2675223" rtl="0" eaLnBrk="1" latinLnBrk="0" hangingPunct="1">
        <a:defRPr sz="5227" kern="1200">
          <a:solidFill>
            <a:schemeClr val="tx1"/>
          </a:solidFill>
          <a:latin typeface="+mn-lt"/>
          <a:ea typeface="+mn-ea"/>
          <a:cs typeface="+mn-cs"/>
        </a:defRPr>
      </a:lvl3pPr>
      <a:lvl4pPr marL="4012835" algn="l" defTabSz="2675223" rtl="0" eaLnBrk="1" latinLnBrk="0" hangingPunct="1">
        <a:defRPr sz="5227" kern="1200">
          <a:solidFill>
            <a:schemeClr val="tx1"/>
          </a:solidFill>
          <a:latin typeface="+mn-lt"/>
          <a:ea typeface="+mn-ea"/>
          <a:cs typeface="+mn-cs"/>
        </a:defRPr>
      </a:lvl4pPr>
      <a:lvl5pPr marL="5350446" algn="l" defTabSz="2675223" rtl="0" eaLnBrk="1" latinLnBrk="0" hangingPunct="1">
        <a:defRPr sz="5227" kern="1200">
          <a:solidFill>
            <a:schemeClr val="tx1"/>
          </a:solidFill>
          <a:latin typeface="+mn-lt"/>
          <a:ea typeface="+mn-ea"/>
          <a:cs typeface="+mn-cs"/>
        </a:defRPr>
      </a:lvl5pPr>
      <a:lvl6pPr marL="6688058" algn="l" defTabSz="2675223" rtl="0" eaLnBrk="1" latinLnBrk="0" hangingPunct="1">
        <a:defRPr sz="5227" kern="1200">
          <a:solidFill>
            <a:schemeClr val="tx1"/>
          </a:solidFill>
          <a:latin typeface="+mn-lt"/>
          <a:ea typeface="+mn-ea"/>
          <a:cs typeface="+mn-cs"/>
        </a:defRPr>
      </a:lvl6pPr>
      <a:lvl7pPr marL="8025669" algn="l" defTabSz="2675223" rtl="0" eaLnBrk="1" latinLnBrk="0" hangingPunct="1">
        <a:defRPr sz="5227" kern="1200">
          <a:solidFill>
            <a:schemeClr val="tx1"/>
          </a:solidFill>
          <a:latin typeface="+mn-lt"/>
          <a:ea typeface="+mn-ea"/>
          <a:cs typeface="+mn-cs"/>
        </a:defRPr>
      </a:lvl7pPr>
      <a:lvl8pPr marL="9363280" algn="l" defTabSz="2675223" rtl="0" eaLnBrk="1" latinLnBrk="0" hangingPunct="1">
        <a:defRPr sz="5227" kern="1200">
          <a:solidFill>
            <a:schemeClr val="tx1"/>
          </a:solidFill>
          <a:latin typeface="+mn-lt"/>
          <a:ea typeface="+mn-ea"/>
          <a:cs typeface="+mn-cs"/>
        </a:defRPr>
      </a:lvl8pPr>
      <a:lvl9pPr marL="10700892" algn="l" defTabSz="2675223" rtl="0" eaLnBrk="1" latinLnBrk="0" hangingPunct="1">
        <a:defRPr sz="5227"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B88D2DC4-BB04-E448-8C7E-D83ECE59E0A9}"/>
              </a:ext>
            </a:extLst>
          </p:cNvPr>
          <p:cNvGrpSpPr/>
          <p:nvPr userDrawn="1"/>
        </p:nvGrpSpPr>
        <p:grpSpPr>
          <a:xfrm>
            <a:off x="-86402" y="-57150"/>
            <a:ext cx="29433603" cy="16573500"/>
            <a:chOff x="-81002" y="-57150"/>
            <a:chExt cx="27594003" cy="16573500"/>
          </a:xfrm>
        </p:grpSpPr>
        <p:sp>
          <p:nvSpPr>
            <p:cNvPr id="10" name="Text Box 14">
              <a:extLst>
                <a:ext uri="{FF2B5EF4-FFF2-40B4-BE49-F238E27FC236}">
                  <a16:creationId xmlns:a16="http://schemas.microsoft.com/office/drawing/2014/main" id="{9057DDE1-2C35-A94D-AE0E-143FC424CC09}"/>
                </a:ext>
              </a:extLst>
            </p:cNvPr>
            <p:cNvSpPr txBox="1">
              <a:spLocks noChangeArrowheads="1"/>
            </p:cNvSpPr>
            <p:nvPr userDrawn="1"/>
          </p:nvSpPr>
          <p:spPr bwMode="auto">
            <a:xfrm>
              <a:off x="918370" y="16156940"/>
              <a:ext cx="1571625" cy="200575"/>
            </a:xfrm>
            <a:prstGeom prst="rect">
              <a:avLst/>
            </a:prstGeom>
            <a:noFill/>
            <a:ln w="9525">
              <a:noFill/>
              <a:miter lim="800000"/>
              <a:headEnd/>
              <a:tailEnd/>
            </a:ln>
            <a:effectLst/>
          </p:spPr>
          <p:txBody>
            <a:bodyPr lIns="52150" tIns="26070" rIns="52150" bIns="26070">
              <a:spAutoFit/>
            </a:bodyPr>
            <a:lstStyle/>
            <a:p>
              <a:pPr eaLnBrk="0" hangingPunct="0">
                <a:lnSpc>
                  <a:spcPct val="65000"/>
                </a:lnSpc>
                <a:spcBef>
                  <a:spcPct val="50000"/>
                </a:spcBef>
                <a:defRPr/>
              </a:pPr>
              <a:r>
                <a:rPr lang="en-US" sz="320" b="1" dirty="0">
                  <a:solidFill>
                    <a:schemeClr val="bg1">
                      <a:lumMod val="75000"/>
                    </a:schemeClr>
                  </a:solidFill>
                  <a:latin typeface="Arial" charset="0"/>
                </a:rPr>
                <a:t>RESEARCH POSTER PRESENTATION DESIGN © 2012</a:t>
              </a:r>
            </a:p>
            <a:p>
              <a:pPr eaLnBrk="0" hangingPunct="0">
                <a:lnSpc>
                  <a:spcPct val="65000"/>
                </a:lnSpc>
                <a:spcBef>
                  <a:spcPct val="50000"/>
                </a:spcBef>
                <a:defRPr/>
              </a:pPr>
              <a:r>
                <a:rPr lang="en-US" sz="640" b="1" dirty="0">
                  <a:solidFill>
                    <a:schemeClr val="bg1">
                      <a:lumMod val="75000"/>
                    </a:schemeClr>
                  </a:solidFill>
                  <a:latin typeface="Arial" charset="0"/>
                </a:rPr>
                <a:t>www.PosterPresentations.com</a:t>
              </a:r>
            </a:p>
          </p:txBody>
        </p:sp>
        <p:sp>
          <p:nvSpPr>
            <p:cNvPr id="11" name="Freeform 10">
              <a:extLst>
                <a:ext uri="{FF2B5EF4-FFF2-40B4-BE49-F238E27FC236}">
                  <a16:creationId xmlns:a16="http://schemas.microsoft.com/office/drawing/2014/main" id="{420842D6-2FEB-3848-A8D0-21FB47BA78A6}"/>
                </a:ext>
              </a:extLst>
            </p:cNvPr>
            <p:cNvSpPr/>
            <p:nvPr userDrawn="1"/>
          </p:nvSpPr>
          <p:spPr>
            <a:xfrm>
              <a:off x="-36170" y="-48064"/>
              <a:ext cx="27549171" cy="16564414"/>
            </a:xfrm>
            <a:custGeom>
              <a:avLst/>
              <a:gdLst>
                <a:gd name="connsiteX0" fmla="*/ 0 w 44005500"/>
                <a:gd name="connsiteY0" fmla="*/ 0 h 32956500"/>
                <a:gd name="connsiteX1" fmla="*/ 44005500 w 44005500"/>
                <a:gd name="connsiteY1" fmla="*/ 32956500 h 32956500"/>
                <a:gd name="connsiteX2" fmla="*/ 38100 w 44005500"/>
                <a:gd name="connsiteY2" fmla="*/ 32918400 h 32956500"/>
                <a:gd name="connsiteX3" fmla="*/ 0 w 44005500"/>
                <a:gd name="connsiteY3" fmla="*/ 0 h 32956500"/>
              </a:gdLst>
              <a:ahLst/>
              <a:cxnLst>
                <a:cxn ang="0">
                  <a:pos x="connsiteX0" y="connsiteY0"/>
                </a:cxn>
                <a:cxn ang="0">
                  <a:pos x="connsiteX1" y="connsiteY1"/>
                </a:cxn>
                <a:cxn ang="0">
                  <a:pos x="connsiteX2" y="connsiteY2"/>
                </a:cxn>
                <a:cxn ang="0">
                  <a:pos x="connsiteX3" y="connsiteY3"/>
                </a:cxn>
              </a:cxnLst>
              <a:rect l="l" t="t" r="r" b="b"/>
              <a:pathLst>
                <a:path w="44005500" h="32956500">
                  <a:moveTo>
                    <a:pt x="0" y="0"/>
                  </a:moveTo>
                  <a:lnTo>
                    <a:pt x="44005500" y="32956500"/>
                  </a:lnTo>
                  <a:lnTo>
                    <a:pt x="38100" y="32918400"/>
                  </a:lnTo>
                  <a:lnTo>
                    <a:pt x="0" y="0"/>
                  </a:lnTo>
                  <a:close/>
                </a:path>
              </a:pathLst>
            </a:custGeom>
            <a:gradFill>
              <a:gsLst>
                <a:gs pos="79000">
                  <a:schemeClr val="accent1">
                    <a:lumMod val="40000"/>
                    <a:lumOff val="60000"/>
                  </a:schemeClr>
                </a:gs>
                <a:gs pos="13000">
                  <a:schemeClr val="accent1">
                    <a:lumMod val="30000"/>
                    <a:lumOff val="7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227" dirty="0"/>
            </a:p>
          </p:txBody>
        </p:sp>
        <p:sp>
          <p:nvSpPr>
            <p:cNvPr id="12" name="Freeform 11">
              <a:extLst>
                <a:ext uri="{FF2B5EF4-FFF2-40B4-BE49-F238E27FC236}">
                  <a16:creationId xmlns:a16="http://schemas.microsoft.com/office/drawing/2014/main" id="{E6969F7F-7C4B-DF42-92F1-67600F44C4A2}"/>
                </a:ext>
              </a:extLst>
            </p:cNvPr>
            <p:cNvSpPr/>
            <p:nvPr userDrawn="1"/>
          </p:nvSpPr>
          <p:spPr>
            <a:xfrm flipH="1" flipV="1">
              <a:off x="-36170" y="-48064"/>
              <a:ext cx="27549169" cy="16555891"/>
            </a:xfrm>
            <a:custGeom>
              <a:avLst/>
              <a:gdLst>
                <a:gd name="connsiteX0" fmla="*/ 0 w 44005500"/>
                <a:gd name="connsiteY0" fmla="*/ 0 h 32956500"/>
                <a:gd name="connsiteX1" fmla="*/ 44005500 w 44005500"/>
                <a:gd name="connsiteY1" fmla="*/ 32956500 h 32956500"/>
                <a:gd name="connsiteX2" fmla="*/ 38100 w 44005500"/>
                <a:gd name="connsiteY2" fmla="*/ 32918400 h 32956500"/>
                <a:gd name="connsiteX3" fmla="*/ 0 w 44005500"/>
                <a:gd name="connsiteY3" fmla="*/ 0 h 32956500"/>
              </a:gdLst>
              <a:ahLst/>
              <a:cxnLst>
                <a:cxn ang="0">
                  <a:pos x="connsiteX0" y="connsiteY0"/>
                </a:cxn>
                <a:cxn ang="0">
                  <a:pos x="connsiteX1" y="connsiteY1"/>
                </a:cxn>
                <a:cxn ang="0">
                  <a:pos x="connsiteX2" y="connsiteY2"/>
                </a:cxn>
                <a:cxn ang="0">
                  <a:pos x="connsiteX3" y="connsiteY3"/>
                </a:cxn>
              </a:cxnLst>
              <a:rect l="l" t="t" r="r" b="b"/>
              <a:pathLst>
                <a:path w="44005500" h="32956500">
                  <a:moveTo>
                    <a:pt x="0" y="0"/>
                  </a:moveTo>
                  <a:lnTo>
                    <a:pt x="44005500" y="32956500"/>
                  </a:lnTo>
                  <a:lnTo>
                    <a:pt x="38100" y="32918400"/>
                  </a:lnTo>
                  <a:lnTo>
                    <a:pt x="0" y="0"/>
                  </a:lnTo>
                  <a:close/>
                </a:path>
              </a:pathLst>
            </a:custGeom>
            <a:gradFill>
              <a:gsLst>
                <a:gs pos="41000">
                  <a:schemeClr val="bg2"/>
                </a:gs>
                <a:gs pos="100000">
                  <a:schemeClr val="accent1">
                    <a:lumMod val="30000"/>
                    <a:lumOff val="7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227"/>
            </a:p>
          </p:txBody>
        </p:sp>
        <p:sp>
          <p:nvSpPr>
            <p:cNvPr id="13" name="Freeform 12">
              <a:extLst>
                <a:ext uri="{FF2B5EF4-FFF2-40B4-BE49-F238E27FC236}">
                  <a16:creationId xmlns:a16="http://schemas.microsoft.com/office/drawing/2014/main" id="{77827C27-C81F-4244-A3D1-3216516AC38C}"/>
                </a:ext>
              </a:extLst>
            </p:cNvPr>
            <p:cNvSpPr/>
            <p:nvPr userDrawn="1"/>
          </p:nvSpPr>
          <p:spPr>
            <a:xfrm>
              <a:off x="-81002" y="-57150"/>
              <a:ext cx="27594003" cy="16573500"/>
            </a:xfrm>
            <a:custGeom>
              <a:avLst/>
              <a:gdLst>
                <a:gd name="connsiteX0" fmla="*/ 36576 w 39026592"/>
                <a:gd name="connsiteY0" fmla="*/ 0 h 30614112"/>
                <a:gd name="connsiteX1" fmla="*/ 15837408 w 39026592"/>
                <a:gd name="connsiteY1" fmla="*/ 30614112 h 30614112"/>
                <a:gd name="connsiteX2" fmla="*/ 39026592 w 39026592"/>
                <a:gd name="connsiteY2" fmla="*/ 13350240 h 30614112"/>
                <a:gd name="connsiteX3" fmla="*/ 0 w 39026592"/>
                <a:gd name="connsiteY3" fmla="*/ 73152 h 30614112"/>
                <a:gd name="connsiteX4" fmla="*/ 109728 w 39026592"/>
                <a:gd name="connsiteY4" fmla="*/ 146304 h 306141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026592" h="30614112">
                  <a:moveTo>
                    <a:pt x="36576" y="0"/>
                  </a:moveTo>
                  <a:lnTo>
                    <a:pt x="15837408" y="30614112"/>
                  </a:lnTo>
                  <a:lnTo>
                    <a:pt x="39026592" y="13350240"/>
                  </a:lnTo>
                  <a:lnTo>
                    <a:pt x="0" y="73152"/>
                  </a:lnTo>
                  <a:lnTo>
                    <a:pt x="109728" y="146304"/>
                  </a:lnTo>
                </a:path>
              </a:pathLst>
            </a:custGeom>
            <a:gradFill flip="none" rotWithShape="1">
              <a:gsLst>
                <a:gs pos="0">
                  <a:schemeClr val="bg1"/>
                </a:gs>
                <a:gs pos="76000">
                  <a:schemeClr val="accent1">
                    <a:lumMod val="30000"/>
                    <a:lumOff val="70000"/>
                    <a:alpha val="0"/>
                  </a:schemeClr>
                </a:gs>
              </a:gsLst>
              <a:path path="rect">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227"/>
            </a:p>
          </p:txBody>
        </p:sp>
        <p:sp>
          <p:nvSpPr>
            <p:cNvPr id="14" name="Text Box 14">
              <a:extLst>
                <a:ext uri="{FF2B5EF4-FFF2-40B4-BE49-F238E27FC236}">
                  <a16:creationId xmlns:a16="http://schemas.microsoft.com/office/drawing/2014/main" id="{B3A834B2-5A03-C44F-82B1-67800C5FEE43}"/>
                </a:ext>
              </a:extLst>
            </p:cNvPr>
            <p:cNvSpPr txBox="1">
              <a:spLocks noChangeArrowheads="1"/>
            </p:cNvSpPr>
            <p:nvPr userDrawn="1"/>
          </p:nvSpPr>
          <p:spPr bwMode="auto">
            <a:xfrm>
              <a:off x="918368" y="15962954"/>
              <a:ext cx="1571625" cy="211282"/>
            </a:xfrm>
            <a:prstGeom prst="rect">
              <a:avLst/>
            </a:prstGeom>
            <a:noFill/>
            <a:ln w="9525">
              <a:noFill/>
              <a:miter lim="800000"/>
              <a:headEnd/>
              <a:tailEnd/>
            </a:ln>
            <a:effectLst/>
          </p:spPr>
          <p:txBody>
            <a:bodyPr lIns="52150" tIns="26070" rIns="52150" bIns="26070">
              <a:spAutoFit/>
            </a:bodyPr>
            <a:lstStyle/>
            <a:p>
              <a:pPr eaLnBrk="0" hangingPunct="0">
                <a:lnSpc>
                  <a:spcPct val="65000"/>
                </a:lnSpc>
                <a:spcBef>
                  <a:spcPct val="50000"/>
                </a:spcBef>
                <a:defRPr/>
              </a:pPr>
              <a:r>
                <a:rPr lang="en-US" sz="427" b="1" dirty="0">
                  <a:solidFill>
                    <a:schemeClr val="bg1">
                      <a:lumMod val="75000"/>
                    </a:schemeClr>
                  </a:solidFill>
                  <a:latin typeface="Arial" charset="0"/>
                </a:rPr>
                <a:t>RESEARCH POSTER PRESENTATION DESIGN © 2019</a:t>
              </a:r>
            </a:p>
            <a:p>
              <a:pPr eaLnBrk="0" hangingPunct="0">
                <a:lnSpc>
                  <a:spcPct val="65000"/>
                </a:lnSpc>
                <a:spcBef>
                  <a:spcPct val="50000"/>
                </a:spcBef>
                <a:defRPr/>
              </a:pPr>
              <a:r>
                <a:rPr lang="en-US" sz="640" b="1" dirty="0">
                  <a:solidFill>
                    <a:schemeClr val="bg1">
                      <a:lumMod val="75000"/>
                    </a:schemeClr>
                  </a:solidFill>
                  <a:latin typeface="Arial" charset="0"/>
                </a:rPr>
                <a:t>www.PosterPresentations.com</a:t>
              </a:r>
            </a:p>
          </p:txBody>
        </p:sp>
      </p:grpSp>
      <p:graphicFrame>
        <p:nvGraphicFramePr>
          <p:cNvPr id="16" name="Table 15">
            <a:extLst>
              <a:ext uri="{FF2B5EF4-FFF2-40B4-BE49-F238E27FC236}">
                <a16:creationId xmlns:a16="http://schemas.microsoft.com/office/drawing/2014/main" id="{122E5797-8370-9542-8F10-E667129197F7}"/>
              </a:ext>
            </a:extLst>
          </p:cNvPr>
          <p:cNvGraphicFramePr>
            <a:graphicFrameLocks noGrp="1"/>
          </p:cNvGraphicFramePr>
          <p:nvPr userDrawn="1">
            <p:extLst>
              <p:ext uri="{D42A27DB-BD31-4B8C-83A1-F6EECF244321}">
                <p14:modId xmlns:p14="http://schemas.microsoft.com/office/powerpoint/2010/main" val="1023419766"/>
              </p:ext>
            </p:extLst>
          </p:nvPr>
        </p:nvGraphicFramePr>
        <p:xfrm>
          <a:off x="-5980711" y="48126"/>
          <a:ext cx="5621803" cy="16470768"/>
        </p:xfrm>
        <a:graphic>
          <a:graphicData uri="http://schemas.openxmlformats.org/drawingml/2006/table">
            <a:tbl>
              <a:tblPr firstRow="1" bandRow="1">
                <a:tableStyleId>{5C22544A-7EE6-4342-B048-85BDC9FD1C3A}</a:tableStyleId>
              </a:tblPr>
              <a:tblGrid>
                <a:gridCol w="2410585">
                  <a:extLst>
                    <a:ext uri="{9D8B030D-6E8A-4147-A177-3AD203B41FA5}">
                      <a16:colId xmlns:a16="http://schemas.microsoft.com/office/drawing/2014/main" val="20000"/>
                    </a:ext>
                  </a:extLst>
                </a:gridCol>
                <a:gridCol w="3211218">
                  <a:extLst>
                    <a:ext uri="{9D8B030D-6E8A-4147-A177-3AD203B41FA5}">
                      <a16:colId xmlns:a16="http://schemas.microsoft.com/office/drawing/2014/main" val="20001"/>
                    </a:ext>
                  </a:extLst>
                </a:gridCol>
              </a:tblGrid>
              <a:tr h="668723">
                <a:tc gridSpan="2">
                  <a:txBody>
                    <a:bodyPr/>
                    <a:lstStyle/>
                    <a:p>
                      <a:pPr marL="0" marR="0" indent="0" algn="ctr" defTabSz="4388900" rtl="0" eaLnBrk="1" fontAlgn="auto" latinLnBrk="0" hangingPunct="1">
                        <a:lnSpc>
                          <a:spcPct val="100000"/>
                        </a:lnSpc>
                        <a:spcBef>
                          <a:spcPts val="0"/>
                        </a:spcBef>
                        <a:spcAft>
                          <a:spcPts val="0"/>
                        </a:spcAft>
                        <a:buClrTx/>
                        <a:buSzTx/>
                        <a:buFontTx/>
                        <a:buNone/>
                        <a:tabLst/>
                        <a:defRPr/>
                      </a:pPr>
                      <a:r>
                        <a:rPr lang="en-US" sz="1900" b="0" spc="600" dirty="0">
                          <a:solidFill>
                            <a:srgbClr val="1F3A4E"/>
                          </a:solidFill>
                          <a:latin typeface="Arial Black" panose="020B0A04020102020204" pitchFamily="34" charset="0"/>
                        </a:rPr>
                        <a:t>QUICK START GUIDE</a:t>
                      </a:r>
                      <a:br>
                        <a:rPr lang="en-US" sz="1900" b="0" spc="600" dirty="0">
                          <a:solidFill>
                            <a:srgbClr val="1F3A4E"/>
                          </a:solidFill>
                          <a:latin typeface="Arial Black" panose="020B0A04020102020204" pitchFamily="34" charset="0"/>
                        </a:rPr>
                      </a:br>
                      <a:r>
                        <a:rPr lang="en-US" sz="1400" b="1" spc="0" dirty="0">
                          <a:solidFill>
                            <a:srgbClr val="FF0000"/>
                          </a:solidFill>
                          <a:latin typeface="Trebuchet MS" pitchFamily="34" charset="0"/>
                        </a:rPr>
                        <a:t>(THIS SIDEBAR WILL NOT PRINT)</a:t>
                      </a:r>
                      <a:endParaRPr lang="en-US" sz="1900" b="1" spc="600" dirty="0">
                        <a:solidFill>
                          <a:schemeClr val="bg1"/>
                        </a:solidFill>
                        <a:latin typeface="Trebuchet MS" pitchFamily="34" charset="0"/>
                      </a:endParaRPr>
                    </a:p>
                  </a:txBody>
                  <a:tcPr marL="71080" marR="71080" marT="35540" marB="35540">
                    <a:solidFill>
                      <a:srgbClr val="FFC000"/>
                    </a:solidFill>
                  </a:tcPr>
                </a:tc>
                <a:tc hMerge="1">
                  <a:txBody>
                    <a:bodyPr/>
                    <a:lstStyle/>
                    <a:p>
                      <a:endParaRPr lang="en-US" dirty="0"/>
                    </a:p>
                  </a:txBody>
                  <a:tcPr/>
                </a:tc>
                <a:extLst>
                  <a:ext uri="{0D108BD9-81ED-4DB2-BD59-A6C34878D82A}">
                    <a16:rowId xmlns:a16="http://schemas.microsoft.com/office/drawing/2014/main" val="10000"/>
                  </a:ext>
                </a:extLst>
              </a:tr>
              <a:tr h="2116496">
                <a:tc gridSpan="2">
                  <a:txBody>
                    <a:bodyPr/>
                    <a:lstStyle/>
                    <a:p>
                      <a:pPr defTabSz="3765639"/>
                      <a:r>
                        <a:rPr lang="en-US" sz="1000" i="0" dirty="0">
                          <a:solidFill>
                            <a:srgbClr val="D9D9D9"/>
                          </a:solidFill>
                          <a:latin typeface="Arial"/>
                          <a:cs typeface="Arial"/>
                        </a:rPr>
                        <a:t>This PowerPoint template produces a </a:t>
                      </a:r>
                      <a:r>
                        <a:rPr lang="en-US" sz="1200" i="0" dirty="0">
                          <a:solidFill>
                            <a:srgbClr val="FFC000"/>
                          </a:solidFill>
                          <a:latin typeface="Arial"/>
                          <a:cs typeface="Arial"/>
                        </a:rPr>
                        <a:t>wide screen size (16:9 Ratio) virtual </a:t>
                      </a:r>
                      <a:r>
                        <a:rPr lang="en-US" sz="1000" i="0" dirty="0">
                          <a:solidFill>
                            <a:srgbClr val="D9D9D9"/>
                          </a:solidFill>
                          <a:latin typeface="Arial"/>
                          <a:cs typeface="Arial"/>
                        </a:rPr>
                        <a:t>presentation poster. You can use it to create your research poster by placing your title, subtitle, text, tables, charts and photos. </a:t>
                      </a:r>
                    </a:p>
                    <a:p>
                      <a:pPr defTabSz="3765639"/>
                      <a:endParaRPr lang="en-US" sz="1000" i="0" dirty="0">
                        <a:solidFill>
                          <a:srgbClr val="D9D9D9"/>
                        </a:solidFill>
                        <a:latin typeface="Arial"/>
                        <a:cs typeface="Arial"/>
                      </a:endParaRPr>
                    </a:p>
                    <a:p>
                      <a:pPr defTabSz="3765639"/>
                      <a:r>
                        <a:rPr lang="en-US" sz="1000" i="0" dirty="0">
                          <a:solidFill>
                            <a:srgbClr val="D9D9D9"/>
                          </a:solidFill>
                          <a:latin typeface="Arial"/>
                          <a:cs typeface="Arial"/>
                        </a:rPr>
                        <a:t>We provide a series of online tutorials that will guide you through the poster design process and answer your poster production questions. For complete template tutorials, go online to </a:t>
                      </a:r>
                      <a:r>
                        <a:rPr lang="en-US" sz="1000" i="0" dirty="0" err="1">
                          <a:solidFill>
                            <a:srgbClr val="FFC000"/>
                          </a:solidFill>
                          <a:latin typeface="Arial"/>
                          <a:cs typeface="Arial"/>
                        </a:rPr>
                        <a:t>PosterPresentations.com</a:t>
                      </a:r>
                      <a:r>
                        <a:rPr lang="en-US" sz="1000" i="0" dirty="0">
                          <a:solidFill>
                            <a:srgbClr val="D9D9D9"/>
                          </a:solidFill>
                          <a:latin typeface="Arial"/>
                          <a:cs typeface="Arial"/>
                        </a:rPr>
                        <a:t> and click on the  </a:t>
                      </a:r>
                      <a:r>
                        <a:rPr lang="en-US" sz="1000" i="0" dirty="0">
                          <a:solidFill>
                            <a:srgbClr val="FFC000"/>
                          </a:solidFill>
                          <a:latin typeface="Arial"/>
                          <a:cs typeface="Arial"/>
                        </a:rPr>
                        <a:t>HELP DESK</a:t>
                      </a:r>
                      <a:r>
                        <a:rPr lang="en-US" sz="1000" i="0" baseline="0" dirty="0">
                          <a:solidFill>
                            <a:srgbClr val="D9D9D9"/>
                          </a:solidFill>
                          <a:latin typeface="Arial"/>
                          <a:cs typeface="Arial"/>
                        </a:rPr>
                        <a:t> </a:t>
                      </a:r>
                      <a:r>
                        <a:rPr lang="en-US" sz="1000" i="0" dirty="0">
                          <a:solidFill>
                            <a:srgbClr val="D9D9D9"/>
                          </a:solidFill>
                          <a:latin typeface="Arial"/>
                          <a:cs typeface="Arial"/>
                        </a:rPr>
                        <a:t>tab.</a:t>
                      </a:r>
                    </a:p>
                    <a:p>
                      <a:pPr defTabSz="3765639"/>
                      <a:endParaRPr lang="en-US" sz="1000" i="0" dirty="0">
                        <a:solidFill>
                          <a:srgbClr val="D9D9D9"/>
                        </a:solidFill>
                        <a:latin typeface="Arial"/>
                        <a:cs typeface="Arial"/>
                      </a:endParaRPr>
                    </a:p>
                    <a:p>
                      <a:pPr defTabSz="3765639"/>
                      <a:r>
                        <a:rPr lang="en-US" sz="1000" i="0" dirty="0">
                          <a:solidFill>
                            <a:srgbClr val="D9D9D9"/>
                          </a:solidFill>
                          <a:latin typeface="Arial"/>
                          <a:cs typeface="Arial"/>
                        </a:rPr>
                        <a:t>To print your poster using our same-day professional printing service, go online to </a:t>
                      </a:r>
                      <a:r>
                        <a:rPr lang="en-US" sz="1000" i="0" dirty="0" err="1">
                          <a:solidFill>
                            <a:srgbClr val="FFC000"/>
                          </a:solidFill>
                          <a:latin typeface="Arial"/>
                          <a:cs typeface="Arial"/>
                        </a:rPr>
                        <a:t>PosterPresentations.com</a:t>
                      </a:r>
                      <a:r>
                        <a:rPr lang="en-US" sz="1000" i="0" dirty="0">
                          <a:solidFill>
                            <a:srgbClr val="D9D9D9"/>
                          </a:solidFill>
                          <a:latin typeface="Arial"/>
                          <a:cs typeface="Arial"/>
                        </a:rPr>
                        <a:t> and click on "</a:t>
                      </a:r>
                      <a:r>
                        <a:rPr lang="en-US" sz="1000" i="0" dirty="0">
                          <a:solidFill>
                            <a:srgbClr val="FFC000"/>
                          </a:solidFill>
                          <a:latin typeface="Arial"/>
                          <a:cs typeface="Arial"/>
                        </a:rPr>
                        <a:t>Order your poster</a:t>
                      </a:r>
                      <a:r>
                        <a:rPr lang="en-US" sz="1000" i="0" dirty="0">
                          <a:solidFill>
                            <a:srgbClr val="D9D9D9"/>
                          </a:solidFill>
                          <a:latin typeface="Arial"/>
                          <a:cs typeface="Arial"/>
                        </a:rPr>
                        <a:t>".</a:t>
                      </a:r>
                      <a:endParaRPr lang="en-US" sz="1000" b="1" dirty="0">
                        <a:solidFill>
                          <a:srgbClr val="D9D9D9"/>
                        </a:solidFill>
                        <a:latin typeface="Arial"/>
                        <a:cs typeface="Arial"/>
                      </a:endParaRPr>
                    </a:p>
                  </a:txBody>
                  <a:tcPr marL="71080" marR="71080" marT="35540" marB="35540">
                    <a:solidFill>
                      <a:srgbClr val="010101"/>
                    </a:solidFill>
                  </a:tcPr>
                </a:tc>
                <a:tc hMerge="1">
                  <a:txBody>
                    <a:bodyPr/>
                    <a:lstStyle/>
                    <a:p>
                      <a:pPr marL="0" indent="0" algn="l" defTabSz="114300"/>
                      <a:endParaRPr lang="en-US" sz="2400" b="0" baseline="0" dirty="0">
                        <a:solidFill>
                          <a:srgbClr val="FFC000"/>
                        </a:solidFill>
                        <a:latin typeface="Arial" panose="020B0604020202020204" pitchFamily="34" charset="0"/>
                        <a:cs typeface="Arial" panose="020B0604020202020204" pitchFamily="34" charset="0"/>
                      </a:endParaRPr>
                    </a:p>
                  </a:txBody>
                  <a:tcPr>
                    <a:solidFill>
                      <a:schemeClr val="tx1">
                        <a:lumMod val="95000"/>
                        <a:lumOff val="5000"/>
                      </a:schemeClr>
                    </a:solidFill>
                  </a:tcPr>
                </a:tc>
                <a:extLst>
                  <a:ext uri="{0D108BD9-81ED-4DB2-BD59-A6C34878D82A}">
                    <a16:rowId xmlns:a16="http://schemas.microsoft.com/office/drawing/2014/main" val="677555919"/>
                  </a:ext>
                </a:extLst>
              </a:tr>
              <a:tr h="2300540">
                <a:tc>
                  <a:txBody>
                    <a:bodyPr/>
                    <a:lstStyle/>
                    <a:p>
                      <a:pPr algn="ctr"/>
                      <a:endParaRPr lang="en-US" sz="1200" dirty="0">
                        <a:solidFill>
                          <a:srgbClr val="1F3A4E"/>
                        </a:solidFill>
                      </a:endParaRPr>
                    </a:p>
                    <a:p>
                      <a:pPr marL="0" marR="0" indent="0" algn="ctr" defTabSz="5015886" rtl="0" eaLnBrk="1" fontAlgn="auto" latinLnBrk="0" hangingPunct="1">
                        <a:lnSpc>
                          <a:spcPct val="100000"/>
                        </a:lnSpc>
                        <a:spcBef>
                          <a:spcPts val="0"/>
                        </a:spcBef>
                        <a:spcAft>
                          <a:spcPts val="0"/>
                        </a:spcAft>
                        <a:buClrTx/>
                        <a:buSzTx/>
                        <a:buFontTx/>
                        <a:buNone/>
                        <a:tabLst/>
                        <a:defRPr/>
                      </a:pPr>
                      <a:r>
                        <a:rPr lang="en-US" sz="1200" dirty="0">
                          <a:solidFill>
                            <a:schemeClr val="bg1"/>
                          </a:solidFill>
                          <a:latin typeface="Arial" panose="020B0604020202020204" pitchFamily="34" charset="0"/>
                          <a:cs typeface="Arial" panose="020B0604020202020204" pitchFamily="34" charset="0"/>
                        </a:rPr>
                        <a:t>This is a template for a </a:t>
                      </a:r>
                    </a:p>
                    <a:p>
                      <a:pPr algn="ctr"/>
                      <a:r>
                        <a:rPr lang="en-US" sz="1200" dirty="0">
                          <a:solidFill>
                            <a:schemeClr val="bg1"/>
                          </a:solidFill>
                          <a:latin typeface="Arial" panose="020B0604020202020204" pitchFamily="34" charset="0"/>
                          <a:cs typeface="Arial" panose="020B0604020202020204" pitchFamily="34" charset="0"/>
                        </a:rPr>
                        <a:t>presentation poster</a:t>
                      </a:r>
                      <a:br>
                        <a:rPr lang="en-US" sz="1200" dirty="0">
                          <a:solidFill>
                            <a:schemeClr val="bg1"/>
                          </a:solidFill>
                          <a:latin typeface="Arial" panose="020B0604020202020204" pitchFamily="34" charset="0"/>
                          <a:cs typeface="Arial" panose="020B0604020202020204" pitchFamily="34" charset="0"/>
                        </a:rPr>
                      </a:br>
                      <a:r>
                        <a:rPr lang="en-US" sz="2000" b="1" dirty="0">
                          <a:solidFill>
                            <a:srgbClr val="FFC000"/>
                          </a:solidFill>
                          <a:latin typeface="Arial" panose="020B0604020202020204" pitchFamily="34" charset="0"/>
                          <a:cs typeface="Arial" panose="020B0604020202020204" pitchFamily="34" charset="0"/>
                        </a:rPr>
                        <a:t>Virtual</a:t>
                      </a:r>
                      <a:br>
                        <a:rPr lang="en-US" sz="2000" b="1" dirty="0">
                          <a:solidFill>
                            <a:srgbClr val="FFC000"/>
                          </a:solidFill>
                          <a:latin typeface="Arial" panose="020B0604020202020204" pitchFamily="34" charset="0"/>
                          <a:cs typeface="Arial" panose="020B0604020202020204" pitchFamily="34" charset="0"/>
                        </a:rPr>
                      </a:br>
                      <a:r>
                        <a:rPr lang="en-US" sz="2000" b="1" dirty="0">
                          <a:solidFill>
                            <a:srgbClr val="FFC000"/>
                          </a:solidFill>
                          <a:latin typeface="Arial" panose="020B0604020202020204" pitchFamily="34" charset="0"/>
                          <a:cs typeface="Arial" panose="020B0604020202020204" pitchFamily="34" charset="0"/>
                        </a:rPr>
                        <a:t>Wide Screen</a:t>
                      </a:r>
                      <a:br>
                        <a:rPr lang="en-US" sz="2000" b="1" dirty="0">
                          <a:solidFill>
                            <a:srgbClr val="FFC000"/>
                          </a:solidFill>
                          <a:latin typeface="Arial" panose="020B0604020202020204" pitchFamily="34" charset="0"/>
                          <a:cs typeface="Arial" panose="020B0604020202020204" pitchFamily="34" charset="0"/>
                        </a:rPr>
                      </a:br>
                      <a:r>
                        <a:rPr lang="en-US" sz="2000" b="1" dirty="0">
                          <a:solidFill>
                            <a:srgbClr val="FFC000"/>
                          </a:solidFill>
                          <a:latin typeface="Arial" panose="020B0604020202020204" pitchFamily="34" charset="0"/>
                          <a:cs typeface="Arial" panose="020B0604020202020204" pitchFamily="34" charset="0"/>
                        </a:rPr>
                        <a:t>(16:9 Ratio)</a:t>
                      </a:r>
                      <a:br>
                        <a:rPr lang="en-US" sz="1200" dirty="0">
                          <a:solidFill>
                            <a:schemeClr val="bg1"/>
                          </a:solidFill>
                          <a:latin typeface="Arial" panose="020B0604020202020204" pitchFamily="34" charset="0"/>
                          <a:cs typeface="Arial" panose="020B0604020202020204" pitchFamily="34" charset="0"/>
                        </a:rPr>
                      </a:br>
                      <a:endParaRPr lang="en-US" sz="1200" dirty="0">
                        <a:solidFill>
                          <a:srgbClr val="1F3A4E"/>
                        </a:solidFill>
                      </a:endParaRPr>
                    </a:p>
                  </a:txBody>
                  <a:tcPr marL="52579" marR="52579" marT="23003" marB="23003">
                    <a:solidFill>
                      <a:srgbClr val="010101"/>
                    </a:solidFill>
                  </a:tcPr>
                </a:tc>
                <a:tc>
                  <a:txBody>
                    <a:bodyPr/>
                    <a:lstStyle/>
                    <a:p>
                      <a:pPr marL="0" marR="0" indent="0" algn="l" defTabSz="4388900" rtl="0" eaLnBrk="1" fontAlgn="auto" latinLnBrk="0" hangingPunct="1">
                        <a:lnSpc>
                          <a:spcPct val="100000"/>
                        </a:lnSpc>
                        <a:spcBef>
                          <a:spcPts val="0"/>
                        </a:spcBef>
                        <a:spcAft>
                          <a:spcPts val="0"/>
                        </a:spcAft>
                        <a:buClrTx/>
                        <a:buSzTx/>
                        <a:buFontTx/>
                        <a:buNone/>
                        <a:tabLst/>
                        <a:defRPr/>
                      </a:pPr>
                      <a:r>
                        <a:rPr lang="en-US" sz="1200" b="1" baseline="0" dirty="0">
                          <a:solidFill>
                            <a:srgbClr val="FFC000"/>
                          </a:solidFill>
                          <a:latin typeface="Arial" panose="020B0604020202020204" pitchFamily="34" charset="0"/>
                          <a:cs typeface="Arial" panose="020B0604020202020204" pitchFamily="34" charset="0"/>
                        </a:rPr>
                        <a:t>Important: Check the template size</a:t>
                      </a:r>
                      <a:br>
                        <a:rPr lang="en-US" sz="1000" b="0" baseline="0" dirty="0">
                          <a:solidFill>
                            <a:srgbClr val="FFC000"/>
                          </a:solidFill>
                          <a:latin typeface="Arial" panose="020B0604020202020204" pitchFamily="34" charset="0"/>
                          <a:cs typeface="Arial" panose="020B0604020202020204" pitchFamily="34" charset="0"/>
                        </a:rPr>
                      </a:br>
                      <a:r>
                        <a:rPr lang="en-US" sz="1000" b="0" baseline="0" dirty="0">
                          <a:solidFill>
                            <a:srgbClr val="D9D9D9"/>
                          </a:solidFill>
                          <a:latin typeface="Arial" panose="020B0604020202020204" pitchFamily="34" charset="0"/>
                          <a:cs typeface="Arial" panose="020B0604020202020204" pitchFamily="34" charset="0"/>
                        </a:rPr>
                        <a:t>Before you start working on your poster and to avoid printing problems check that you have downloaded and that you are using the correct size template for your poster presentation.</a:t>
                      </a:r>
                      <a:br>
                        <a:rPr lang="en-US" sz="1000" b="0" baseline="0" dirty="0">
                          <a:solidFill>
                            <a:srgbClr val="D9D9D9"/>
                          </a:solidFill>
                          <a:latin typeface="Arial" panose="020B0604020202020204" pitchFamily="34" charset="0"/>
                          <a:cs typeface="Arial" panose="020B0604020202020204" pitchFamily="34" charset="0"/>
                        </a:rPr>
                      </a:br>
                      <a:r>
                        <a:rPr lang="en-US" sz="1000" b="0" baseline="0" dirty="0">
                          <a:solidFill>
                            <a:srgbClr val="D9D9D9"/>
                          </a:solidFill>
                          <a:latin typeface="Arial" panose="020B0604020202020204" pitchFamily="34" charset="0"/>
                          <a:cs typeface="Arial" panose="020B0604020202020204" pitchFamily="34" charset="0"/>
                        </a:rPr>
                        <a:t>This template can also be printed at the following sizes without distortion and without any additional formatting:</a:t>
                      </a:r>
                      <a:br>
                        <a:rPr lang="en-US" sz="1000" b="0" baseline="0" dirty="0">
                          <a:solidFill>
                            <a:srgbClr val="D9D9D9"/>
                          </a:solidFill>
                          <a:latin typeface="Arial" panose="020B0604020202020204" pitchFamily="34" charset="0"/>
                          <a:cs typeface="Arial" panose="020B0604020202020204" pitchFamily="34" charset="0"/>
                        </a:rPr>
                      </a:br>
                      <a:r>
                        <a:rPr lang="en-US" sz="1000" b="0" baseline="0" dirty="0">
                          <a:solidFill>
                            <a:srgbClr val="FFC000"/>
                          </a:solidFill>
                          <a:latin typeface="Arial" panose="020B0604020202020204" pitchFamily="34" charset="0"/>
                          <a:cs typeface="Arial" panose="020B0604020202020204" pitchFamily="34" charset="0"/>
                        </a:rPr>
                        <a:t>27 tall x 48 wide</a:t>
                      </a:r>
                      <a:br>
                        <a:rPr lang="en-US" sz="1000" b="0" baseline="0" dirty="0">
                          <a:solidFill>
                            <a:srgbClr val="FFC000"/>
                          </a:solidFill>
                          <a:latin typeface="Arial" panose="020B0604020202020204" pitchFamily="34" charset="0"/>
                          <a:cs typeface="Arial" panose="020B0604020202020204" pitchFamily="34" charset="0"/>
                        </a:rPr>
                      </a:br>
                      <a:r>
                        <a:rPr lang="en-US" sz="1000" b="0" baseline="0" dirty="0">
                          <a:solidFill>
                            <a:srgbClr val="FFC000"/>
                          </a:solidFill>
                          <a:latin typeface="Arial" panose="020B0604020202020204" pitchFamily="34" charset="0"/>
                          <a:cs typeface="Arial" panose="020B0604020202020204" pitchFamily="34" charset="0"/>
                        </a:rPr>
                        <a:t>36 tall x 64 wide</a:t>
                      </a:r>
                    </a:p>
                    <a:p>
                      <a:pPr marL="0" marR="0" indent="0" algn="l" defTabSz="4388900" rtl="0" eaLnBrk="1" fontAlgn="auto" latinLnBrk="0" hangingPunct="1">
                        <a:lnSpc>
                          <a:spcPct val="100000"/>
                        </a:lnSpc>
                        <a:spcBef>
                          <a:spcPts val="0"/>
                        </a:spcBef>
                        <a:spcAft>
                          <a:spcPts val="0"/>
                        </a:spcAft>
                        <a:buClrTx/>
                        <a:buSzTx/>
                        <a:buFontTx/>
                        <a:buNone/>
                        <a:tabLst/>
                        <a:defRPr/>
                      </a:pPr>
                      <a:r>
                        <a:rPr lang="en-US" sz="1000" b="0" baseline="0" dirty="0">
                          <a:solidFill>
                            <a:srgbClr val="FFC000"/>
                          </a:solidFill>
                          <a:latin typeface="Arial" panose="020B0604020202020204" pitchFamily="34" charset="0"/>
                          <a:cs typeface="Arial" panose="020B0604020202020204" pitchFamily="34" charset="0"/>
                        </a:rPr>
                        <a:t>45 tall x 80 wide</a:t>
                      </a:r>
                    </a:p>
                  </a:txBody>
                  <a:tcPr marL="105158" marR="52579" marT="69009" marB="23003">
                    <a:solidFill>
                      <a:srgbClr val="010101"/>
                    </a:solidFill>
                  </a:tcPr>
                </a:tc>
                <a:extLst>
                  <a:ext uri="{0D108BD9-81ED-4DB2-BD59-A6C34878D82A}">
                    <a16:rowId xmlns:a16="http://schemas.microsoft.com/office/drawing/2014/main" val="10008"/>
                  </a:ext>
                </a:extLst>
              </a:tr>
              <a:tr h="2157787">
                <a:tc>
                  <a:txBody>
                    <a:bodyPr/>
                    <a:lstStyle/>
                    <a:p>
                      <a:endParaRPr lang="en-US" sz="1000" dirty="0">
                        <a:solidFill>
                          <a:srgbClr val="1F3A4E"/>
                        </a:solidFill>
                      </a:endParaRPr>
                    </a:p>
                  </a:txBody>
                  <a:tcPr marL="52579" marR="52579" marT="23003" marB="23003">
                    <a:blipFill rotWithShape="1">
                      <a:blip r:embed="rId3"/>
                      <a:stretch>
                        <a:fillRect/>
                      </a:stretch>
                    </a:blipFill>
                  </a:tcPr>
                </a:tc>
                <a:tc>
                  <a:txBody>
                    <a:bodyPr/>
                    <a:lstStyle/>
                    <a:p>
                      <a:pPr algn="l"/>
                      <a:r>
                        <a:rPr lang="en-US" sz="1200" b="1" baseline="0" dirty="0">
                          <a:solidFill>
                            <a:srgbClr val="FFC000"/>
                          </a:solidFill>
                          <a:latin typeface="Arial" panose="020B0604020202020204" pitchFamily="34" charset="0"/>
                          <a:cs typeface="Arial" panose="020B0604020202020204" pitchFamily="34" charset="0"/>
                        </a:rPr>
                        <a:t>How to </a:t>
                      </a:r>
                      <a:r>
                        <a:rPr lang="en-US" sz="2000" b="1" baseline="0" dirty="0">
                          <a:solidFill>
                            <a:srgbClr val="FFC000"/>
                          </a:solidFill>
                          <a:latin typeface="Arial" panose="020B0604020202020204" pitchFamily="34" charset="0"/>
                          <a:cs typeface="Arial" panose="020B0604020202020204" pitchFamily="34" charset="0"/>
                        </a:rPr>
                        <a:t>Zoom in </a:t>
                      </a:r>
                      <a:r>
                        <a:rPr lang="en-US" sz="1200" b="1" baseline="0" dirty="0">
                          <a:solidFill>
                            <a:srgbClr val="FFC000"/>
                          </a:solidFill>
                          <a:latin typeface="Arial" panose="020B0604020202020204" pitchFamily="34" charset="0"/>
                          <a:cs typeface="Arial" panose="020B0604020202020204" pitchFamily="34" charset="0"/>
                        </a:rPr>
                        <a:t>and </a:t>
                      </a:r>
                      <a:r>
                        <a:rPr lang="en-US" sz="900" b="1" baseline="0" dirty="0">
                          <a:solidFill>
                            <a:srgbClr val="FFC000"/>
                          </a:solidFill>
                          <a:latin typeface="Arial" panose="020B0604020202020204" pitchFamily="34" charset="0"/>
                          <a:cs typeface="Arial" panose="020B0604020202020204" pitchFamily="34" charset="0"/>
                        </a:rPr>
                        <a:t>out</a:t>
                      </a:r>
                      <a:endParaRPr lang="en-US" sz="1200" b="1" baseline="0" dirty="0">
                        <a:solidFill>
                          <a:srgbClr val="FFC000"/>
                        </a:solidFill>
                        <a:latin typeface="Arial" panose="020B0604020202020204" pitchFamily="34" charset="0"/>
                        <a:cs typeface="Arial" panose="020B0604020202020204" pitchFamily="34" charset="0"/>
                      </a:endParaRPr>
                    </a:p>
                    <a:p>
                      <a:pPr algn="l"/>
                      <a:r>
                        <a:rPr lang="en-US" sz="1000" b="0" baseline="0" dirty="0">
                          <a:solidFill>
                            <a:srgbClr val="D9D9D9"/>
                          </a:solidFill>
                          <a:latin typeface="Arial" panose="020B0604020202020204" pitchFamily="34" charset="0"/>
                          <a:cs typeface="Arial" panose="020B0604020202020204" pitchFamily="34" charset="0"/>
                        </a:rPr>
                        <a:t>Use the PowerPoint zoom tool to adjust the screen magnification to view comfortably. PowerPoint provides 2 ways to zoom: </a:t>
                      </a:r>
                      <a:br>
                        <a:rPr lang="en-US" sz="1000" b="0" baseline="0" dirty="0">
                          <a:solidFill>
                            <a:srgbClr val="D9D9D9"/>
                          </a:solidFill>
                          <a:latin typeface="Arial" panose="020B0604020202020204" pitchFamily="34" charset="0"/>
                          <a:cs typeface="Arial" panose="020B0604020202020204" pitchFamily="34" charset="0"/>
                        </a:rPr>
                      </a:br>
                      <a:r>
                        <a:rPr lang="en-US" sz="1000" b="0" baseline="0" dirty="0">
                          <a:solidFill>
                            <a:srgbClr val="FFC000"/>
                          </a:solidFill>
                          <a:latin typeface="Arial" panose="020B0604020202020204" pitchFamily="34" charset="0"/>
                          <a:cs typeface="Arial" panose="020B0604020202020204" pitchFamily="34" charset="0"/>
                        </a:rPr>
                        <a:t>1. </a:t>
                      </a:r>
                      <a:r>
                        <a:rPr lang="en-US" sz="1000" b="0" baseline="0" dirty="0">
                          <a:solidFill>
                            <a:srgbClr val="D9D9D9"/>
                          </a:solidFill>
                          <a:latin typeface="Arial" panose="020B0604020202020204" pitchFamily="34" charset="0"/>
                          <a:cs typeface="Arial" panose="020B0604020202020204" pitchFamily="34" charset="0"/>
                        </a:rPr>
                        <a:t>On the top menu bar click on the VIEW tab and then click on ZOOM. Choose the zoom percentage that works best for you. </a:t>
                      </a:r>
                      <a:br>
                        <a:rPr lang="en-US" sz="1000" b="0" baseline="0" dirty="0">
                          <a:solidFill>
                            <a:srgbClr val="D9D9D9"/>
                          </a:solidFill>
                          <a:latin typeface="Arial" panose="020B0604020202020204" pitchFamily="34" charset="0"/>
                          <a:cs typeface="Arial" panose="020B0604020202020204" pitchFamily="34" charset="0"/>
                        </a:rPr>
                      </a:br>
                      <a:r>
                        <a:rPr lang="en-US" sz="1000" b="0" baseline="0" dirty="0">
                          <a:solidFill>
                            <a:srgbClr val="FFC000"/>
                          </a:solidFill>
                          <a:latin typeface="Arial" panose="020B0604020202020204" pitchFamily="34" charset="0"/>
                          <a:cs typeface="Arial" panose="020B0604020202020204" pitchFamily="34" charset="0"/>
                        </a:rPr>
                        <a:t>2. </a:t>
                      </a:r>
                      <a:r>
                        <a:rPr lang="en-US" sz="1000" b="0" baseline="0" dirty="0">
                          <a:solidFill>
                            <a:srgbClr val="D9D9D9"/>
                          </a:solidFill>
                          <a:latin typeface="Arial" panose="020B0604020202020204" pitchFamily="34" charset="0"/>
                          <a:cs typeface="Arial" panose="020B0604020202020204" pitchFamily="34" charset="0"/>
                        </a:rPr>
                        <a:t>For better zoom flexibility, use the zoom slider at the bottom right of the window.</a:t>
                      </a:r>
                    </a:p>
                  </a:txBody>
                  <a:tcPr marL="105158" marR="52579" marT="69009" marB="23003">
                    <a:solidFill>
                      <a:srgbClr val="010101"/>
                    </a:solidFill>
                  </a:tcPr>
                </a:tc>
                <a:extLst>
                  <a:ext uri="{0D108BD9-81ED-4DB2-BD59-A6C34878D82A}">
                    <a16:rowId xmlns:a16="http://schemas.microsoft.com/office/drawing/2014/main" val="10001"/>
                  </a:ext>
                </a:extLst>
              </a:tr>
              <a:tr h="910736">
                <a:tc gridSpan="2">
                  <a:txBody>
                    <a:bodyPr/>
                    <a:lstStyle/>
                    <a:p>
                      <a:pPr marL="0" marR="0" lvl="0" indent="0" algn="l" defTabSz="4388900" rtl="0" eaLnBrk="1" fontAlgn="auto" latinLnBrk="0" hangingPunct="1">
                        <a:lnSpc>
                          <a:spcPct val="100000"/>
                        </a:lnSpc>
                        <a:spcBef>
                          <a:spcPts val="0"/>
                        </a:spcBef>
                        <a:spcAft>
                          <a:spcPts val="0"/>
                        </a:spcAft>
                        <a:buClrTx/>
                        <a:buSzTx/>
                        <a:buFontTx/>
                        <a:buNone/>
                        <a:tabLst/>
                        <a:defRPr/>
                      </a:pPr>
                      <a:r>
                        <a:rPr lang="en-US" sz="1200" b="1" baseline="0" dirty="0">
                          <a:solidFill>
                            <a:srgbClr val="FFC000"/>
                          </a:solidFill>
                          <a:latin typeface="Arial" panose="020B0604020202020204" pitchFamily="34" charset="0"/>
                          <a:cs typeface="Arial" panose="020B0604020202020204" pitchFamily="34" charset="0"/>
                        </a:rPr>
                        <a:t>Ruler and Guides</a:t>
                      </a:r>
                      <a:br>
                        <a:rPr lang="en-US" sz="1000" b="0" baseline="0" dirty="0">
                          <a:solidFill>
                            <a:srgbClr val="FFC000"/>
                          </a:solidFill>
                          <a:latin typeface="Arial" panose="020B0604020202020204" pitchFamily="34" charset="0"/>
                          <a:cs typeface="Arial" panose="020B0604020202020204" pitchFamily="34" charset="0"/>
                        </a:rPr>
                      </a:br>
                      <a:r>
                        <a:rPr lang="en-US" sz="1000" b="0" baseline="0" dirty="0">
                          <a:solidFill>
                            <a:srgbClr val="D9D9D9"/>
                          </a:solidFill>
                          <a:latin typeface="Arial" panose="020B0604020202020204" pitchFamily="34" charset="0"/>
                          <a:cs typeface="Arial" panose="020B0604020202020204" pitchFamily="34" charset="0"/>
                        </a:rPr>
                        <a:t>The dotted lines on his poster template are guides.  The horizontal and vertical guides will help you align your poster elements accurately. Text boxes and other elements will ”snap” to the guides and stay within the boundaries of the columns. To hide the guides go to VIEW and uncheck the Guides box.</a:t>
                      </a:r>
                    </a:p>
                  </a:txBody>
                  <a:tcPr marL="142161" marR="71080" marT="106621" marB="35540">
                    <a:solidFill>
                      <a:srgbClr val="010101"/>
                    </a:solidFill>
                  </a:tcPr>
                </a:tc>
                <a:tc hMerge="1">
                  <a:txBody>
                    <a:bodyPr/>
                    <a:lstStyle/>
                    <a:p>
                      <a:endParaRPr lang="en-US" sz="2400" b="0" baseline="0" dirty="0">
                        <a:solidFill>
                          <a:schemeClr val="bg1"/>
                        </a:solidFill>
                        <a:latin typeface="Arial" panose="020B0604020202020204" pitchFamily="34" charset="0"/>
                        <a:cs typeface="Arial" panose="020B0604020202020204" pitchFamily="34" charset="0"/>
                      </a:endParaRPr>
                    </a:p>
                  </a:txBody>
                  <a:tcPr marL="182880" marT="137160">
                    <a:solidFill>
                      <a:schemeClr val="tx1">
                        <a:lumMod val="95000"/>
                        <a:lumOff val="5000"/>
                      </a:schemeClr>
                    </a:solidFill>
                  </a:tcPr>
                </a:tc>
                <a:extLst>
                  <a:ext uri="{0D108BD9-81ED-4DB2-BD59-A6C34878D82A}">
                    <a16:rowId xmlns:a16="http://schemas.microsoft.com/office/drawing/2014/main" val="10002"/>
                  </a:ext>
                </a:extLst>
              </a:tr>
              <a:tr h="1924157">
                <a:tc>
                  <a:txBody>
                    <a:bodyPr/>
                    <a:lstStyle/>
                    <a:p>
                      <a:endParaRPr lang="en-US" sz="1000" dirty="0">
                        <a:solidFill>
                          <a:srgbClr val="1F3A4E"/>
                        </a:solidFill>
                      </a:endParaRPr>
                    </a:p>
                  </a:txBody>
                  <a:tcPr marL="52579" marR="52579" marT="23003" marB="23003">
                    <a:blipFill rotWithShape="1">
                      <a:blip r:embed="rId4"/>
                      <a:stretch>
                        <a:fillRect/>
                      </a:stretch>
                    </a:blipFill>
                  </a:tcPr>
                </a:tc>
                <a:tc>
                  <a:txBody>
                    <a:bodyPr/>
                    <a:lstStyle/>
                    <a:p>
                      <a:pPr marL="0" lvl="1" indent="0" algn="l" defTabSz="114300"/>
                      <a:r>
                        <a:rPr lang="en-US" sz="1200" b="1" baseline="0" dirty="0">
                          <a:solidFill>
                            <a:srgbClr val="FFC000"/>
                          </a:solidFill>
                          <a:latin typeface="Arial" panose="020B0604020202020204" pitchFamily="34" charset="0"/>
                          <a:cs typeface="Arial" panose="020B0604020202020204" pitchFamily="34" charset="0"/>
                        </a:rPr>
                        <a:t>Headers and text containers</a:t>
                      </a:r>
                      <a:br>
                        <a:rPr lang="en-US" sz="1000" b="0" baseline="0" dirty="0">
                          <a:solidFill>
                            <a:schemeClr val="bg1"/>
                          </a:solidFill>
                          <a:latin typeface="Arial" panose="020B0604020202020204" pitchFamily="34" charset="0"/>
                          <a:cs typeface="Arial" panose="020B0604020202020204" pitchFamily="34" charset="0"/>
                        </a:rPr>
                      </a:br>
                      <a:r>
                        <a:rPr lang="en-US" sz="1000" b="0" baseline="0" dirty="0">
                          <a:solidFill>
                            <a:srgbClr val="D9D9D9"/>
                          </a:solidFill>
                          <a:latin typeface="Arial" panose="020B0604020202020204" pitchFamily="34" charset="0"/>
                          <a:cs typeface="Arial" panose="020B0604020202020204" pitchFamily="34" charset="0"/>
                        </a:rPr>
                        <a:t>Included in this template are commonly used section headers such as Abstract, Objectives, Methods, Results, etc. </a:t>
                      </a:r>
                      <a:br>
                        <a:rPr lang="en-US" sz="1000" b="0" baseline="0" dirty="0">
                          <a:solidFill>
                            <a:schemeClr val="bg1"/>
                          </a:solidFill>
                          <a:latin typeface="Arial" panose="020B0604020202020204" pitchFamily="34" charset="0"/>
                          <a:cs typeface="Arial" panose="020B0604020202020204" pitchFamily="34" charset="0"/>
                        </a:rPr>
                      </a:br>
                      <a:r>
                        <a:rPr lang="en-US" sz="1000" b="0" baseline="0" dirty="0">
                          <a:solidFill>
                            <a:srgbClr val="FFC000"/>
                          </a:solidFill>
                          <a:latin typeface="Arial" panose="020B0604020202020204" pitchFamily="34" charset="0"/>
                          <a:cs typeface="Arial" panose="020B0604020202020204" pitchFamily="34" charset="0"/>
                        </a:rPr>
                        <a:t>-</a:t>
                      </a:r>
                      <a:r>
                        <a:rPr lang="en-US" sz="1000" b="0" baseline="0" dirty="0">
                          <a:solidFill>
                            <a:schemeClr val="bg1"/>
                          </a:solidFill>
                          <a:latin typeface="Arial" panose="020B0604020202020204" pitchFamily="34" charset="0"/>
                          <a:cs typeface="Arial" panose="020B0604020202020204" pitchFamily="34" charset="0"/>
                        </a:rPr>
                        <a:t> </a:t>
                      </a:r>
                      <a:r>
                        <a:rPr lang="en-US" sz="1000" b="0" baseline="0" dirty="0">
                          <a:solidFill>
                            <a:srgbClr val="D9D9D9"/>
                          </a:solidFill>
                          <a:latin typeface="Arial" panose="020B0604020202020204" pitchFamily="34" charset="0"/>
                          <a:cs typeface="Arial" panose="020B0604020202020204" pitchFamily="34" charset="0"/>
                        </a:rPr>
                        <a:t>Click inside a section header to add its text. </a:t>
                      </a:r>
                      <a:br>
                        <a:rPr lang="en-US" sz="1000" b="0" baseline="0" dirty="0">
                          <a:solidFill>
                            <a:schemeClr val="bg1"/>
                          </a:solidFill>
                          <a:latin typeface="Arial" panose="020B0604020202020204" pitchFamily="34" charset="0"/>
                          <a:cs typeface="Arial" panose="020B0604020202020204" pitchFamily="34" charset="0"/>
                        </a:rPr>
                      </a:br>
                      <a:r>
                        <a:rPr lang="en-US" sz="1000" b="0" baseline="0" dirty="0">
                          <a:solidFill>
                            <a:srgbClr val="FFC000"/>
                          </a:solidFill>
                          <a:latin typeface="Arial" panose="020B0604020202020204" pitchFamily="34" charset="0"/>
                          <a:cs typeface="Arial" panose="020B0604020202020204" pitchFamily="34" charset="0"/>
                        </a:rPr>
                        <a:t>-</a:t>
                      </a:r>
                      <a:r>
                        <a:rPr lang="en-US" sz="1000" b="0" baseline="0" dirty="0">
                          <a:solidFill>
                            <a:schemeClr val="bg1"/>
                          </a:solidFill>
                          <a:latin typeface="Arial" panose="020B0604020202020204" pitchFamily="34" charset="0"/>
                          <a:cs typeface="Arial" panose="020B0604020202020204" pitchFamily="34" charset="0"/>
                        </a:rPr>
                        <a:t> </a:t>
                      </a:r>
                      <a:r>
                        <a:rPr lang="en-US" sz="1000" b="0" baseline="0" dirty="0">
                          <a:solidFill>
                            <a:srgbClr val="D9D9D9"/>
                          </a:solidFill>
                          <a:latin typeface="Arial" panose="020B0604020202020204" pitchFamily="34" charset="0"/>
                          <a:cs typeface="Arial" panose="020B0604020202020204" pitchFamily="34" charset="0"/>
                        </a:rPr>
                        <a:t>To add another header, click on edge of the section box so that it is outlined. Copy and paste it. </a:t>
                      </a:r>
                      <a:br>
                        <a:rPr lang="en-US" sz="1000" b="0" baseline="0" dirty="0">
                          <a:solidFill>
                            <a:schemeClr val="bg1"/>
                          </a:solidFill>
                          <a:latin typeface="Arial" panose="020B0604020202020204" pitchFamily="34" charset="0"/>
                          <a:cs typeface="Arial" panose="020B0604020202020204" pitchFamily="34" charset="0"/>
                        </a:rPr>
                      </a:br>
                      <a:r>
                        <a:rPr lang="en-US" sz="1000" b="0" baseline="0" dirty="0">
                          <a:solidFill>
                            <a:srgbClr val="FFC000"/>
                          </a:solidFill>
                          <a:latin typeface="Arial" panose="020B0604020202020204" pitchFamily="34" charset="0"/>
                          <a:cs typeface="Arial" panose="020B0604020202020204" pitchFamily="34" charset="0"/>
                        </a:rPr>
                        <a:t>-</a:t>
                      </a:r>
                      <a:r>
                        <a:rPr lang="en-US" sz="1000" b="0" baseline="0" dirty="0">
                          <a:solidFill>
                            <a:schemeClr val="bg1"/>
                          </a:solidFill>
                          <a:latin typeface="Arial" panose="020B0604020202020204" pitchFamily="34" charset="0"/>
                          <a:cs typeface="Arial" panose="020B0604020202020204" pitchFamily="34" charset="0"/>
                        </a:rPr>
                        <a:t> </a:t>
                      </a:r>
                      <a:r>
                        <a:rPr lang="en-US" sz="1000" b="0" baseline="0" dirty="0">
                          <a:solidFill>
                            <a:srgbClr val="D9D9D9"/>
                          </a:solidFill>
                          <a:latin typeface="Arial" panose="020B0604020202020204" pitchFamily="34" charset="0"/>
                          <a:cs typeface="Arial" panose="020B0604020202020204" pitchFamily="34" charset="0"/>
                        </a:rPr>
                        <a:t>To increase its size, click on the white circles and expand to the the desired size.</a:t>
                      </a:r>
                    </a:p>
                  </a:txBody>
                  <a:tcPr marL="105158" marR="52579" marT="69009" marB="23003">
                    <a:solidFill>
                      <a:srgbClr val="010101"/>
                    </a:solidFill>
                  </a:tcPr>
                </a:tc>
                <a:extLst>
                  <a:ext uri="{0D108BD9-81ED-4DB2-BD59-A6C34878D82A}">
                    <a16:rowId xmlns:a16="http://schemas.microsoft.com/office/drawing/2014/main" val="10003"/>
                  </a:ext>
                </a:extLst>
              </a:tr>
              <a:tr h="1770596">
                <a:tc gridSpan="2">
                  <a:txBody>
                    <a:bodyPr/>
                    <a:lstStyle/>
                    <a:p>
                      <a:r>
                        <a:rPr lang="en-US" sz="1200" b="1" dirty="0">
                          <a:solidFill>
                            <a:srgbClr val="FFC000"/>
                          </a:solidFill>
                          <a:latin typeface="Arial" panose="020B0604020202020204" pitchFamily="34" charset="0"/>
                          <a:cs typeface="Arial" panose="020B0604020202020204" pitchFamily="34" charset="0"/>
                        </a:rPr>
                        <a:t>Adding content to the poster</a:t>
                      </a:r>
                    </a:p>
                    <a:p>
                      <a:r>
                        <a:rPr lang="en-US" sz="1000" baseline="0" dirty="0">
                          <a:solidFill>
                            <a:srgbClr val="D9D9D9"/>
                          </a:solidFill>
                          <a:latin typeface="Arial" panose="020B0604020202020204" pitchFamily="34" charset="0"/>
                          <a:cs typeface="Arial" panose="020B0604020202020204" pitchFamily="34" charset="0"/>
                        </a:rPr>
                        <a:t>Start by adding your text to each section without spending too much time with formatting. Use the default font size even if your text extends beyond the bottom of the poster. Continue until you have added all your content including text, graphics, photos, etc. Once you finish adding your content you can go back and format your text as needed.</a:t>
                      </a:r>
                    </a:p>
                    <a:p>
                      <a:pPr marL="342900" indent="-342900">
                        <a:buFontTx/>
                        <a:buChar char="-"/>
                      </a:pPr>
                      <a:r>
                        <a:rPr lang="en-US" sz="1000" baseline="0" dirty="0">
                          <a:solidFill>
                            <a:srgbClr val="D9D9D9"/>
                          </a:solidFill>
                          <a:latin typeface="Arial" panose="020B0604020202020204" pitchFamily="34" charset="0"/>
                          <a:cs typeface="Arial" panose="020B0604020202020204" pitchFamily="34" charset="0"/>
                        </a:rPr>
                        <a:t>If you run out of room, try to reduce the size of your fonts and/or the size of your graphics. If there is a lot of empty space try to increase your font sizes and the size of your graphics. The font used for references can be smaller.</a:t>
                      </a:r>
                      <a:endParaRPr lang="en-US" sz="1000" dirty="0">
                        <a:solidFill>
                          <a:srgbClr val="D9D9D9"/>
                        </a:solidFill>
                        <a:latin typeface="Arial" panose="020B0604020202020204" pitchFamily="34" charset="0"/>
                        <a:cs typeface="Arial" panose="020B0604020202020204" pitchFamily="34" charset="0"/>
                      </a:endParaRPr>
                    </a:p>
                  </a:txBody>
                  <a:tcPr marL="142161" marR="71080" marT="106621" marB="35540">
                    <a:solidFill>
                      <a:srgbClr val="010101"/>
                    </a:solidFill>
                  </a:tcPr>
                </a:tc>
                <a:tc hMerge="1">
                  <a:txBody>
                    <a:bodyPr/>
                    <a:lstStyle/>
                    <a:p>
                      <a:endParaRPr lang="en-US" sz="2400" dirty="0">
                        <a:solidFill>
                          <a:schemeClr val="bg1"/>
                        </a:solidFill>
                        <a:latin typeface="Arial" panose="020B0604020202020204" pitchFamily="34" charset="0"/>
                        <a:cs typeface="Arial" panose="020B0604020202020204" pitchFamily="34" charset="0"/>
                      </a:endParaRPr>
                    </a:p>
                  </a:txBody>
                  <a:tcPr marL="182880" marT="137160">
                    <a:solidFill>
                      <a:srgbClr val="010101"/>
                    </a:solidFill>
                  </a:tcPr>
                </a:tc>
                <a:extLst>
                  <a:ext uri="{0D108BD9-81ED-4DB2-BD59-A6C34878D82A}">
                    <a16:rowId xmlns:a16="http://schemas.microsoft.com/office/drawing/2014/main" val="10004"/>
                  </a:ext>
                </a:extLst>
              </a:tr>
              <a:tr h="1196281">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1200" b="1" noProof="0" dirty="0">
                          <a:solidFill>
                            <a:srgbClr val="FFC000"/>
                          </a:solidFill>
                          <a:latin typeface="Arial" panose="020B0604020202020204" pitchFamily="34" charset="0"/>
                          <a:cs typeface="Arial" panose="020B0604020202020204" pitchFamily="34" charset="0"/>
                        </a:rPr>
                        <a:t>Photos</a:t>
                      </a:r>
                    </a:p>
                    <a:p>
                      <a:pPr marL="0" marR="0" lvl="0" indent="0" algn="l" defTabSz="9779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D9D9D9"/>
                          </a:solidFill>
                          <a:effectLst/>
                          <a:uLnTx/>
                          <a:uFillTx/>
                          <a:latin typeface="Arial"/>
                          <a:ea typeface="+mn-ea"/>
                          <a:cs typeface="Arial"/>
                        </a:rPr>
                        <a:t>You can add photos by dragging and dropping from your desktop, copy and paste, or by going to INSERT &gt; PICTURES. Resize images proportionally by holding down the SHIFT key and dragging one of the white corner handles (dots). For a professional-looking poster, do not distort your images by stretching them disproportionally.</a:t>
                      </a:r>
                    </a:p>
                  </a:txBody>
                  <a:tcPr marL="71080" marR="71080" marT="35540" marB="35540">
                    <a:solidFill>
                      <a:srgbClr val="010101"/>
                    </a:solidFill>
                  </a:tcPr>
                </a:tc>
                <a:tc hMerge="1">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200" noProof="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0005"/>
                  </a:ext>
                </a:extLst>
              </a:tr>
              <a:tr h="1153772">
                <a:tc gridSpan="2">
                  <a:txBody>
                    <a:bodyPr/>
                    <a:lstStyle/>
                    <a:p>
                      <a:endParaRPr lang="en-US" sz="1000" dirty="0">
                        <a:solidFill>
                          <a:schemeClr val="bg1"/>
                        </a:solidFill>
                        <a:latin typeface="Arial" panose="020B0604020202020204" pitchFamily="34" charset="0"/>
                        <a:cs typeface="Arial" panose="020B0604020202020204" pitchFamily="34" charset="0"/>
                      </a:endParaRPr>
                    </a:p>
                  </a:txBody>
                  <a:tcPr marL="71080" marR="71080" marT="35540" marB="35540">
                    <a:blipFill rotWithShape="1">
                      <a:blip r:embed="rId5"/>
                      <a:stretch>
                        <a:fillRect/>
                      </a:stretch>
                    </a:blipFill>
                  </a:tcPr>
                </a:tc>
                <a:tc hMerge="1">
                  <a:txBody>
                    <a:bodyPr/>
                    <a:lstStyle/>
                    <a:p>
                      <a:endParaRPr lang="en-US" sz="2400" dirty="0">
                        <a:solidFill>
                          <a:srgbClr val="1F3A4E"/>
                        </a:solidFill>
                      </a:endParaRPr>
                    </a:p>
                  </a:txBody>
                  <a:tcPr/>
                </a:tc>
                <a:extLst>
                  <a:ext uri="{0D108BD9-81ED-4DB2-BD59-A6C34878D82A}">
                    <a16:rowId xmlns:a16="http://schemas.microsoft.com/office/drawing/2014/main" val="10006"/>
                  </a:ext>
                </a:extLst>
              </a:tr>
              <a:tr h="644151">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1200" b="1" noProof="0" dirty="0">
                          <a:solidFill>
                            <a:srgbClr val="FFC000"/>
                          </a:solidFill>
                          <a:latin typeface="Arial"/>
                          <a:cs typeface="Arial"/>
                        </a:rPr>
                        <a:t>Quality check your graphics</a:t>
                      </a:r>
                    </a:p>
                    <a:p>
                      <a:pPr marL="0" marR="0" lvl="0" indent="0" algn="l" defTabSz="1518341" rtl="0" eaLnBrk="1" fontAlgn="auto" latinLnBrk="0" hangingPunct="1">
                        <a:lnSpc>
                          <a:spcPct val="100000"/>
                        </a:lnSpc>
                        <a:spcBef>
                          <a:spcPts val="0"/>
                        </a:spcBef>
                        <a:spcAft>
                          <a:spcPts val="0"/>
                        </a:spcAft>
                        <a:buClrTx/>
                        <a:buSzTx/>
                        <a:buFontTx/>
                        <a:buNone/>
                        <a:tabLst/>
                        <a:defRPr/>
                      </a:pPr>
                      <a:r>
                        <a:rPr lang="en-US" sz="1000" noProof="0" dirty="0">
                          <a:solidFill>
                            <a:srgbClr val="D9D9D9"/>
                          </a:solidFill>
                          <a:latin typeface="Arial"/>
                          <a:cs typeface="Arial"/>
                        </a:rPr>
                        <a:t>Zoom in and look at your images at 100%-200% magnification. If they look clear, they will print well. </a:t>
                      </a:r>
                    </a:p>
                  </a:txBody>
                  <a:tcPr marL="71080" marR="71080" marT="35540" marB="35540">
                    <a:solidFill>
                      <a:srgbClr val="010101"/>
                    </a:solidFill>
                  </a:tcPr>
                </a:tc>
                <a:tc hMerge="1">
                  <a:txBody>
                    <a:bodyPr/>
                    <a:lstStyle/>
                    <a:p>
                      <a:endParaRPr lang="en-US" sz="2400" dirty="0">
                        <a:solidFill>
                          <a:srgbClr val="1F3A4E"/>
                        </a:solidFill>
                      </a:endParaRPr>
                    </a:p>
                  </a:txBody>
                  <a:tcPr>
                    <a:solidFill>
                      <a:schemeClr val="tx1">
                        <a:lumMod val="95000"/>
                        <a:lumOff val="5000"/>
                      </a:schemeClr>
                    </a:solidFill>
                  </a:tcPr>
                </a:tc>
                <a:extLst>
                  <a:ext uri="{0D108BD9-81ED-4DB2-BD59-A6C34878D82A}">
                    <a16:rowId xmlns:a16="http://schemas.microsoft.com/office/drawing/2014/main" val="10007"/>
                  </a:ext>
                </a:extLst>
              </a:tr>
              <a:tr h="1603624">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1000" noProof="0" dirty="0">
                        <a:solidFill>
                          <a:schemeClr val="bg1"/>
                        </a:solidFill>
                        <a:latin typeface="Arial"/>
                        <a:cs typeface="Arial"/>
                      </a:endParaRPr>
                    </a:p>
                  </a:txBody>
                  <a:tcPr marL="71080" marR="71080" marT="35540" marB="35540">
                    <a:blipFill rotWithShape="1">
                      <a:blip r:embed="rId6"/>
                      <a:stretch>
                        <a:fillRect/>
                      </a:stretch>
                    </a:blipFill>
                  </a:tcPr>
                </a:tc>
                <a:tc hMerge="1">
                  <a:txBody>
                    <a:bodyPr/>
                    <a:lstStyle/>
                    <a:p>
                      <a:endParaRPr lang="en-US"/>
                    </a:p>
                  </a:txBody>
                  <a:tcPr/>
                </a:tc>
                <a:extLst>
                  <a:ext uri="{0D108BD9-81ED-4DB2-BD59-A6C34878D82A}">
                    <a16:rowId xmlns:a16="http://schemas.microsoft.com/office/drawing/2014/main" val="10010"/>
                  </a:ext>
                </a:extLst>
              </a:tr>
            </a:tbl>
          </a:graphicData>
        </a:graphic>
      </p:graphicFrame>
      <p:graphicFrame>
        <p:nvGraphicFramePr>
          <p:cNvPr id="17" name="Table 16">
            <a:extLst>
              <a:ext uri="{FF2B5EF4-FFF2-40B4-BE49-F238E27FC236}">
                <a16:creationId xmlns:a16="http://schemas.microsoft.com/office/drawing/2014/main" id="{89064987-859E-D34C-A9F6-834407C918E7}"/>
              </a:ext>
            </a:extLst>
          </p:cNvPr>
          <p:cNvGraphicFramePr>
            <a:graphicFrameLocks noGrp="1"/>
          </p:cNvGraphicFramePr>
          <p:nvPr userDrawn="1">
            <p:extLst>
              <p:ext uri="{D42A27DB-BD31-4B8C-83A1-F6EECF244321}">
                <p14:modId xmlns:p14="http://schemas.microsoft.com/office/powerpoint/2010/main" val="3994703566"/>
              </p:ext>
            </p:extLst>
          </p:nvPr>
        </p:nvGraphicFramePr>
        <p:xfrm>
          <a:off x="29619709" y="0"/>
          <a:ext cx="5621803" cy="16467402"/>
        </p:xfrm>
        <a:graphic>
          <a:graphicData uri="http://schemas.openxmlformats.org/drawingml/2006/table">
            <a:tbl>
              <a:tblPr firstRow="1" bandRow="1">
                <a:tableStyleId>{5C22544A-7EE6-4342-B048-85BDC9FD1C3A}</a:tableStyleId>
              </a:tblPr>
              <a:tblGrid>
                <a:gridCol w="2095685">
                  <a:extLst>
                    <a:ext uri="{9D8B030D-6E8A-4147-A177-3AD203B41FA5}">
                      <a16:colId xmlns:a16="http://schemas.microsoft.com/office/drawing/2014/main" val="20000"/>
                    </a:ext>
                  </a:extLst>
                </a:gridCol>
                <a:gridCol w="681713">
                  <a:extLst>
                    <a:ext uri="{9D8B030D-6E8A-4147-A177-3AD203B41FA5}">
                      <a16:colId xmlns:a16="http://schemas.microsoft.com/office/drawing/2014/main" val="997673227"/>
                    </a:ext>
                  </a:extLst>
                </a:gridCol>
                <a:gridCol w="2844405">
                  <a:extLst>
                    <a:ext uri="{9D8B030D-6E8A-4147-A177-3AD203B41FA5}">
                      <a16:colId xmlns:a16="http://schemas.microsoft.com/office/drawing/2014/main" val="3407509820"/>
                    </a:ext>
                  </a:extLst>
                </a:gridCol>
              </a:tblGrid>
              <a:tr h="646893">
                <a:tc gridSpan="3">
                  <a:txBody>
                    <a:bodyPr/>
                    <a:lstStyle/>
                    <a:p>
                      <a:pPr marL="0" marR="0" indent="0" algn="ctr" defTabSz="4388900" rtl="0" eaLnBrk="1" fontAlgn="auto" latinLnBrk="0" hangingPunct="1">
                        <a:lnSpc>
                          <a:spcPct val="100000"/>
                        </a:lnSpc>
                        <a:spcBef>
                          <a:spcPts val="0"/>
                        </a:spcBef>
                        <a:spcAft>
                          <a:spcPts val="0"/>
                        </a:spcAft>
                        <a:buClrTx/>
                        <a:buSzTx/>
                        <a:buFontTx/>
                        <a:buNone/>
                        <a:tabLst/>
                        <a:defRPr/>
                      </a:pPr>
                      <a:r>
                        <a:rPr lang="en-US" sz="2100" b="0" spc="600" dirty="0">
                          <a:solidFill>
                            <a:srgbClr val="1F3A4E"/>
                          </a:solidFill>
                          <a:latin typeface="Arial Black" panose="020B0A04020102020204" pitchFamily="34" charset="0"/>
                        </a:rPr>
                        <a:t>QUICK START GUIDE</a:t>
                      </a:r>
                      <a:br>
                        <a:rPr lang="en-US" sz="2100" b="0" spc="600" dirty="0">
                          <a:solidFill>
                            <a:srgbClr val="1F3A4E"/>
                          </a:solidFill>
                          <a:latin typeface="Arial Black" panose="020B0A04020102020204" pitchFamily="34" charset="0"/>
                        </a:rPr>
                      </a:br>
                      <a:r>
                        <a:rPr lang="en-US" sz="1700" b="1" spc="0" dirty="0">
                          <a:solidFill>
                            <a:srgbClr val="FF0000"/>
                          </a:solidFill>
                          <a:latin typeface="Trebuchet MS" pitchFamily="34" charset="0"/>
                        </a:rPr>
                        <a:t>(THIS SIDEBAR WILL NOT PRINT)</a:t>
                      </a:r>
                      <a:endParaRPr lang="en-US" sz="2100" b="1" spc="600" dirty="0">
                        <a:solidFill>
                          <a:schemeClr val="bg1"/>
                        </a:solidFill>
                        <a:latin typeface="Trebuchet MS" pitchFamily="34" charset="0"/>
                      </a:endParaRPr>
                    </a:p>
                  </a:txBody>
                  <a:tcPr marL="95264" marR="95264" marT="47632" marB="47632">
                    <a:solidFill>
                      <a:srgbClr val="FFC000"/>
                    </a:solidFill>
                  </a:tcPr>
                </a:tc>
                <a:tc hMerge="1">
                  <a:txBody>
                    <a:bodyPr/>
                    <a:lstStyle/>
                    <a:p>
                      <a:endParaRPr lang="en-US"/>
                    </a:p>
                  </a:txBody>
                  <a:tcPr/>
                </a:tc>
                <a:tc hMerge="1">
                  <a:txBody>
                    <a:bodyPr/>
                    <a:lstStyle/>
                    <a:p>
                      <a:pPr marL="0" marR="0" indent="0" algn="ctr" defTabSz="4388900" rtl="0" eaLnBrk="1" fontAlgn="auto" latinLnBrk="0" hangingPunct="1">
                        <a:lnSpc>
                          <a:spcPct val="100000"/>
                        </a:lnSpc>
                        <a:spcBef>
                          <a:spcPts val="0"/>
                        </a:spcBef>
                        <a:spcAft>
                          <a:spcPts val="0"/>
                        </a:spcAft>
                        <a:buClrTx/>
                        <a:buSzTx/>
                        <a:buFontTx/>
                        <a:buNone/>
                        <a:tabLst/>
                        <a:defRPr/>
                      </a:pPr>
                      <a:endParaRPr lang="en-US" sz="2100" b="1" spc="600" dirty="0">
                        <a:solidFill>
                          <a:schemeClr val="bg1"/>
                        </a:solidFill>
                        <a:latin typeface="Trebuchet MS" pitchFamily="34" charset="0"/>
                      </a:endParaRPr>
                    </a:p>
                  </a:txBody>
                  <a:tcPr marL="95264" marR="95264" marT="47632" marB="47632">
                    <a:solidFill>
                      <a:srgbClr val="FFC000"/>
                    </a:solidFill>
                  </a:tcPr>
                </a:tc>
                <a:extLst>
                  <a:ext uri="{0D108BD9-81ED-4DB2-BD59-A6C34878D82A}">
                    <a16:rowId xmlns:a16="http://schemas.microsoft.com/office/drawing/2014/main" val="10000"/>
                  </a:ext>
                </a:extLst>
              </a:tr>
              <a:tr h="2580081">
                <a:tc gridSpan="3">
                  <a:txBody>
                    <a:bodyPr/>
                    <a:lstStyle/>
                    <a:p>
                      <a:pPr algn="l"/>
                      <a:r>
                        <a:rPr lang="en-US" sz="1500" b="1" baseline="0" dirty="0">
                          <a:solidFill>
                            <a:srgbClr val="FFC000"/>
                          </a:solidFill>
                          <a:latin typeface="Arial" panose="020B0604020202020204" pitchFamily="34" charset="0"/>
                          <a:cs typeface="Arial" panose="020B0604020202020204" pitchFamily="34" charset="0"/>
                        </a:rPr>
                        <a:t>How to change the template colors</a:t>
                      </a:r>
                    </a:p>
                    <a:p>
                      <a:pPr marL="0" indent="0" algn="l" defTabSz="114300"/>
                      <a:r>
                        <a:rPr lang="en-US" sz="1300" b="0" baseline="0" dirty="0">
                          <a:solidFill>
                            <a:srgbClr val="D9D9D9"/>
                          </a:solidFill>
                          <a:latin typeface="Arial" panose="020B0604020202020204" pitchFamily="34" charset="0"/>
                          <a:cs typeface="Arial" panose="020B0604020202020204" pitchFamily="34" charset="0"/>
                        </a:rPr>
                        <a:t>You can change the overall template color theme by clicking on the COLORS dropdown menu under the DESIGN tab. You can see a tutorial here: </a:t>
                      </a:r>
                      <a:r>
                        <a:rPr lang="en-US" sz="1300" dirty="0">
                          <a:solidFill>
                            <a:srgbClr val="FFC000"/>
                          </a:solidFill>
                          <a:hlinkClick r:id="rId7">
                            <a:extLst>
                              <a:ext uri="{A12FA001-AC4F-418D-AE19-62706E023703}">
                                <ahyp:hlinkClr xmlns:ahyp="http://schemas.microsoft.com/office/drawing/2018/hyperlinkcolor" val="tx"/>
                              </a:ext>
                            </a:extLst>
                          </a:hlinkClick>
                        </a:rPr>
                        <a:t>https://www.posterpresentations.com/how-to-change-the-research-poster-template-colors.html</a:t>
                      </a:r>
                      <a:endParaRPr lang="en-US" sz="1300" dirty="0">
                        <a:solidFill>
                          <a:srgbClr val="FFC000"/>
                        </a:solidFill>
                      </a:endParaRPr>
                    </a:p>
                    <a:p>
                      <a:pPr marL="0" indent="0" algn="l" defTabSz="114300"/>
                      <a:endParaRPr lang="en-US" sz="1300" b="0" baseline="0" dirty="0">
                        <a:solidFill>
                          <a:srgbClr val="D9D9D9"/>
                        </a:solidFill>
                        <a:latin typeface="Arial" panose="020B0604020202020204" pitchFamily="34" charset="0"/>
                        <a:cs typeface="Arial" panose="020B0604020202020204" pitchFamily="34" charset="0"/>
                      </a:endParaRPr>
                    </a:p>
                    <a:p>
                      <a:pPr marL="0" indent="0" algn="l" defTabSz="114300"/>
                      <a:r>
                        <a:rPr lang="en-US" sz="1300" b="0" baseline="0" dirty="0">
                          <a:solidFill>
                            <a:srgbClr val="D9D9D9"/>
                          </a:solidFill>
                          <a:latin typeface="Arial" panose="020B0604020202020204" pitchFamily="34" charset="0"/>
                          <a:cs typeface="Arial" panose="020B0604020202020204" pitchFamily="34" charset="0"/>
                        </a:rPr>
                        <a:t>You can also manually change the color of individual elements by going to VIEW &gt; SLIDE MASTER. On the left side of your screen select the background master where you can change the template background, column sizes, etc. </a:t>
                      </a:r>
                    </a:p>
                    <a:p>
                      <a:pPr marL="0" indent="0" algn="l" defTabSz="114300"/>
                      <a:endParaRPr lang="en-US" sz="1300" b="0" baseline="0" dirty="0">
                        <a:solidFill>
                          <a:srgbClr val="D9D9D9"/>
                        </a:solidFill>
                        <a:latin typeface="Arial" panose="020B0604020202020204" pitchFamily="34" charset="0"/>
                        <a:cs typeface="Arial" panose="020B0604020202020204" pitchFamily="34" charset="0"/>
                      </a:endParaRPr>
                    </a:p>
                    <a:p>
                      <a:pPr marL="0" indent="0" algn="l" defTabSz="114300"/>
                      <a:r>
                        <a:rPr lang="en-US" sz="1300" b="0" baseline="0" dirty="0">
                          <a:solidFill>
                            <a:srgbClr val="D9D9D9"/>
                          </a:solidFill>
                          <a:latin typeface="Arial" panose="020B0604020202020204" pitchFamily="34" charset="0"/>
                          <a:cs typeface="Arial" panose="020B0604020202020204" pitchFamily="34" charset="0"/>
                        </a:rPr>
                        <a:t>After you finish working on the SLIDE MASTER, it is important that you go to VIEW &gt; NORMAL to continue working on your poster. </a:t>
                      </a:r>
                    </a:p>
                  </a:txBody>
                  <a:tcPr marL="95264" marR="95264" marT="47632" marB="47632">
                    <a:solidFill>
                      <a:schemeClr val="tx1"/>
                    </a:solidFill>
                  </a:tcPr>
                </a:tc>
                <a:tc hMerge="1">
                  <a:txBody>
                    <a:bodyPr/>
                    <a:lstStyle/>
                    <a:p>
                      <a:endParaRPr lang="en-US" sz="2400" dirty="0">
                        <a:solidFill>
                          <a:srgbClr val="1F3A4E"/>
                        </a:solidFill>
                      </a:endParaRPr>
                    </a:p>
                  </a:txBody>
                  <a:tcPr marL="182880" marT="137160">
                    <a:blipFill rotWithShape="1">
                      <a:blip r:embed="rId8"/>
                      <a:stretch>
                        <a:fillRect/>
                      </a:stretch>
                    </a:blipFill>
                  </a:tcPr>
                </a:tc>
                <a:tc hMerge="1">
                  <a:txBody>
                    <a:bodyPr/>
                    <a:lstStyle/>
                    <a:p>
                      <a:pPr marL="0" indent="0" algn="l" defTabSz="114300"/>
                      <a:endParaRPr lang="en-US" sz="1300" b="0" baseline="0" dirty="0">
                        <a:solidFill>
                          <a:srgbClr val="D9D9D9"/>
                        </a:solidFill>
                        <a:latin typeface="Arial" panose="020B0604020202020204" pitchFamily="34" charset="0"/>
                        <a:cs typeface="Arial" panose="020B0604020202020204" pitchFamily="34" charset="0"/>
                      </a:endParaRPr>
                    </a:p>
                  </a:txBody>
                  <a:tcPr marL="95264" marR="95264" marT="47632" marB="47632">
                    <a:solidFill>
                      <a:schemeClr val="tx1"/>
                    </a:solidFill>
                  </a:tcPr>
                </a:tc>
                <a:extLst>
                  <a:ext uri="{0D108BD9-81ED-4DB2-BD59-A6C34878D82A}">
                    <a16:rowId xmlns:a16="http://schemas.microsoft.com/office/drawing/2014/main" val="10001"/>
                  </a:ext>
                </a:extLst>
              </a:tr>
              <a:tr h="1352261">
                <a:tc gridSpan="3">
                  <a:txBody>
                    <a:bodyPr/>
                    <a:lstStyle/>
                    <a:p>
                      <a:r>
                        <a:rPr lang="en-US" sz="1500" b="1" dirty="0">
                          <a:solidFill>
                            <a:srgbClr val="FFC000"/>
                          </a:solidFill>
                          <a:latin typeface="Arial" panose="020B0604020202020204" pitchFamily="34" charset="0"/>
                          <a:cs typeface="Arial" panose="020B0604020202020204" pitchFamily="34" charset="0"/>
                        </a:rPr>
                        <a:t>How to change the column layout configuration</a:t>
                      </a:r>
                    </a:p>
                    <a:p>
                      <a:r>
                        <a:rPr lang="en-US" sz="1300" dirty="0">
                          <a:solidFill>
                            <a:srgbClr val="D9D9D9"/>
                          </a:solidFill>
                          <a:latin typeface="Arial" panose="020B0604020202020204" pitchFamily="34" charset="0"/>
                          <a:cs typeface="Arial" panose="020B0604020202020204" pitchFamily="34" charset="0"/>
                        </a:rPr>
                        <a:t>You can manually change the configuration on the columns by going to VIEW &gt; SLIDE MASTER. You can delete columns, resize them or modify them as needed for your layout. </a:t>
                      </a:r>
                    </a:p>
                    <a:p>
                      <a:pPr marL="0" marR="0" indent="0" algn="l" defTabSz="3765366" rtl="0" eaLnBrk="1" fontAlgn="auto" latinLnBrk="0" hangingPunct="1">
                        <a:lnSpc>
                          <a:spcPct val="100000"/>
                        </a:lnSpc>
                        <a:spcBef>
                          <a:spcPts val="0"/>
                        </a:spcBef>
                        <a:spcAft>
                          <a:spcPts val="0"/>
                        </a:spcAft>
                        <a:buClrTx/>
                        <a:buSzTx/>
                        <a:buFontTx/>
                        <a:buNone/>
                        <a:tabLst/>
                        <a:defRPr/>
                      </a:pPr>
                      <a:r>
                        <a:rPr lang="en-US" sz="1300" dirty="0">
                          <a:solidFill>
                            <a:srgbClr val="D9D9D9"/>
                          </a:solidFill>
                          <a:latin typeface="Arial" panose="020B0604020202020204" pitchFamily="34" charset="0"/>
                          <a:cs typeface="Arial" panose="020B0604020202020204" pitchFamily="34" charset="0"/>
                        </a:rPr>
                        <a:t>You can see a tutorial here: </a:t>
                      </a:r>
                      <a:r>
                        <a:rPr lang="en-US" sz="1300" u="sng" dirty="0">
                          <a:solidFill>
                            <a:srgbClr val="FFC000"/>
                          </a:solidFill>
                          <a:latin typeface="Arial" panose="020B0604020202020204" pitchFamily="34" charset="0"/>
                          <a:cs typeface="Arial" panose="020B0604020202020204" pitchFamily="34" charset="0"/>
                        </a:rPr>
                        <a:t>https://</a:t>
                      </a:r>
                      <a:r>
                        <a:rPr lang="en-US" sz="1300" u="sng" dirty="0" err="1">
                          <a:solidFill>
                            <a:srgbClr val="FFC000"/>
                          </a:solidFill>
                          <a:latin typeface="Arial" panose="020B0604020202020204" pitchFamily="34" charset="0"/>
                          <a:cs typeface="Arial" panose="020B0604020202020204" pitchFamily="34" charset="0"/>
                        </a:rPr>
                        <a:t>www.posterpresentations.com</a:t>
                      </a:r>
                      <a:r>
                        <a:rPr lang="en-US" sz="1300" u="sng" dirty="0">
                          <a:solidFill>
                            <a:srgbClr val="FFC000"/>
                          </a:solidFill>
                          <a:latin typeface="Arial" panose="020B0604020202020204" pitchFamily="34" charset="0"/>
                          <a:cs typeface="Arial" panose="020B0604020202020204" pitchFamily="34" charset="0"/>
                        </a:rPr>
                        <a:t>/how-to-change-the-column-</a:t>
                      </a:r>
                      <a:r>
                        <a:rPr lang="en-US" sz="1300" u="sng" dirty="0" err="1">
                          <a:solidFill>
                            <a:srgbClr val="FFC000"/>
                          </a:solidFill>
                          <a:latin typeface="Arial" panose="020B0604020202020204" pitchFamily="34" charset="0"/>
                          <a:cs typeface="Arial" panose="020B0604020202020204" pitchFamily="34" charset="0"/>
                        </a:rPr>
                        <a:t>configuration.html</a:t>
                      </a:r>
                      <a:endParaRPr lang="en-US" sz="4400" u="sng" dirty="0">
                        <a:solidFill>
                          <a:srgbClr val="FFC000"/>
                        </a:solidFill>
                      </a:endParaRPr>
                    </a:p>
                  </a:txBody>
                  <a:tcPr marL="190527" marR="95264" marT="142896" marB="47632">
                    <a:solidFill>
                      <a:schemeClr val="tx1"/>
                    </a:solidFill>
                  </a:tcPr>
                </a:tc>
                <a:tc hMerge="1">
                  <a:txBody>
                    <a:bodyPr/>
                    <a:lstStyle/>
                    <a:p>
                      <a:endParaRPr lang="en-US" sz="2400" dirty="0">
                        <a:solidFill>
                          <a:srgbClr val="1F3A4E"/>
                        </a:solidFill>
                      </a:endParaRPr>
                    </a:p>
                  </a:txBody>
                  <a:tcPr marL="182880" marT="137160">
                    <a:blipFill rotWithShape="1">
                      <a:blip r:embed="rId9"/>
                      <a:stretch>
                        <a:fillRect/>
                      </a:stretch>
                    </a:blipFill>
                  </a:tcPr>
                </a:tc>
                <a:tc hMerge="1">
                  <a:txBody>
                    <a:bodyPr/>
                    <a:lstStyle/>
                    <a:p>
                      <a:pPr marL="0" marR="0" indent="0" algn="l" defTabSz="3765366" rtl="0" eaLnBrk="1" fontAlgn="auto" latinLnBrk="0" hangingPunct="1">
                        <a:lnSpc>
                          <a:spcPct val="100000"/>
                        </a:lnSpc>
                        <a:spcBef>
                          <a:spcPts val="0"/>
                        </a:spcBef>
                        <a:spcAft>
                          <a:spcPts val="0"/>
                        </a:spcAft>
                        <a:buClrTx/>
                        <a:buSzTx/>
                        <a:buFontTx/>
                        <a:buNone/>
                        <a:tabLst/>
                        <a:defRPr/>
                      </a:pPr>
                      <a:endParaRPr lang="en-US" sz="4400" u="sng" dirty="0">
                        <a:solidFill>
                          <a:srgbClr val="FFC000"/>
                        </a:solidFill>
                      </a:endParaRPr>
                    </a:p>
                  </a:txBody>
                  <a:tcPr marL="190527" marR="95264" marT="142896" marB="47632">
                    <a:solidFill>
                      <a:schemeClr val="tx1"/>
                    </a:solidFill>
                  </a:tcPr>
                </a:tc>
                <a:extLst>
                  <a:ext uri="{0D108BD9-81ED-4DB2-BD59-A6C34878D82A}">
                    <a16:rowId xmlns:a16="http://schemas.microsoft.com/office/drawing/2014/main" val="10004"/>
                  </a:ext>
                </a:extLst>
              </a:tr>
              <a:tr h="1587221">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1300" noProof="0" dirty="0">
                        <a:solidFill>
                          <a:srgbClr val="D9D9D9"/>
                        </a:solidFill>
                        <a:latin typeface="Arial" panose="020B0604020202020204" pitchFamily="34" charset="0"/>
                        <a:cs typeface="Arial" panose="020B0604020202020204" pitchFamily="34" charset="0"/>
                      </a:endParaRPr>
                    </a:p>
                  </a:txBody>
                  <a:tcPr marL="95264" marR="95264" marT="47632" marB="47632">
                    <a:blipFill dpi="0" rotWithShape="1">
                      <a:blip r:embed="rId10">
                        <a:extLst>
                          <a:ext uri="{28A0092B-C50C-407E-A947-70E740481C1C}">
                            <a14:useLocalDpi xmlns:a14="http://schemas.microsoft.com/office/drawing/2010/main" val="0"/>
                          </a:ext>
                        </a:extLst>
                      </a:blip>
                      <a:srcRect/>
                      <a:stretch>
                        <a:fillRect/>
                      </a:stretch>
                    </a:blipFill>
                  </a:tcPr>
                </a:tc>
                <a:tc hMerge="1">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1500" b="1" noProof="0">
                          <a:solidFill>
                            <a:srgbClr val="FFC000"/>
                          </a:solidFill>
                          <a:latin typeface="Arial" panose="020B0604020202020204" pitchFamily="34" charset="0"/>
                          <a:cs typeface="Arial" panose="020B0604020202020204" pitchFamily="34" charset="0"/>
                        </a:rPr>
                        <a:t>How to hide the QUICK START GUIDE bars from the sides of the template</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1300" noProof="0">
                          <a:solidFill>
                            <a:srgbClr val="D9D9D9"/>
                          </a:solidFill>
                          <a:latin typeface="Arial" panose="020B0604020202020204" pitchFamily="34" charset="0"/>
                          <a:cs typeface="Arial" panose="020B0604020202020204" pitchFamily="34" charset="0"/>
                        </a:rPr>
                        <a:t>The Quick Start</a:t>
                      </a:r>
                      <a:r>
                        <a:rPr lang="en-US" sz="1300" baseline="0" noProof="0">
                          <a:solidFill>
                            <a:srgbClr val="D9D9D9"/>
                          </a:solidFill>
                          <a:latin typeface="Arial" panose="020B0604020202020204" pitchFamily="34" charset="0"/>
                          <a:cs typeface="Arial" panose="020B0604020202020204" pitchFamily="34" charset="0"/>
                        </a:rPr>
                        <a:t> Guides</a:t>
                      </a:r>
                      <a:r>
                        <a:rPr lang="en-US" sz="1300" noProof="0">
                          <a:solidFill>
                            <a:srgbClr val="D9D9D9"/>
                          </a:solidFill>
                          <a:latin typeface="Arial" panose="020B0604020202020204" pitchFamily="34" charset="0"/>
                          <a:cs typeface="Arial" panose="020B0604020202020204" pitchFamily="34" charset="0"/>
                        </a:rPr>
                        <a:t> </a:t>
                      </a:r>
                      <a:r>
                        <a:rPr lang="en-US" sz="1300" u="sng" noProof="0">
                          <a:solidFill>
                            <a:srgbClr val="D9D9D9"/>
                          </a:solidFill>
                          <a:latin typeface="Arial" panose="020B0604020202020204" pitchFamily="34" charset="0"/>
                          <a:cs typeface="Arial" panose="020B0604020202020204" pitchFamily="34" charset="0"/>
                        </a:rPr>
                        <a:t>are outside the template’s printable area</a:t>
                      </a:r>
                      <a:r>
                        <a:rPr lang="en-US" sz="1300" noProof="0">
                          <a:solidFill>
                            <a:srgbClr val="D9D9D9"/>
                          </a:solidFill>
                          <a:latin typeface="Arial" panose="020B0604020202020204" pitchFamily="34" charset="0"/>
                          <a:cs typeface="Arial" panose="020B0604020202020204" pitchFamily="34" charset="0"/>
                        </a:rPr>
                        <a:t> and they will not be on the printed poster</a:t>
                      </a:r>
                      <a:r>
                        <a:rPr lang="en-US" sz="1300" baseline="0" noProof="0">
                          <a:solidFill>
                            <a:srgbClr val="D9D9D9"/>
                          </a:solidFill>
                          <a:latin typeface="Arial" panose="020B0604020202020204" pitchFamily="34" charset="0"/>
                          <a:cs typeface="Arial" panose="020B0604020202020204" pitchFamily="34" charset="0"/>
                        </a:rPr>
                        <a:t>. </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1300" baseline="0" noProof="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1300" baseline="0" noProof="0">
                          <a:solidFill>
                            <a:srgbClr val="D9D9D9"/>
                          </a:solidFill>
                          <a:latin typeface="Arial" panose="020B0604020202020204" pitchFamily="34" charset="0"/>
                          <a:cs typeface="Arial" panose="020B0604020202020204" pitchFamily="34" charset="0"/>
                        </a:rPr>
                        <a:t>If you create a PDF file from your template, the guides will not be included.</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1300" baseline="0" noProof="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1300" baseline="0" noProof="0">
                          <a:solidFill>
                            <a:srgbClr val="D9D9D9"/>
                          </a:solidFill>
                          <a:latin typeface="Arial" panose="020B0604020202020204" pitchFamily="34" charset="0"/>
                          <a:cs typeface="Arial" panose="020B0604020202020204" pitchFamily="34" charset="0"/>
                        </a:rPr>
                        <a:t>To hide the guides click on the </a:t>
                      </a:r>
                      <a:r>
                        <a:rPr lang="en-US" sz="1300" b="1" baseline="0" noProof="0">
                          <a:solidFill>
                            <a:srgbClr val="D9D9D9"/>
                          </a:solidFill>
                          <a:latin typeface="Arial" panose="020B0604020202020204" pitchFamily="34" charset="0"/>
                          <a:cs typeface="Arial" panose="020B0604020202020204" pitchFamily="34" charset="0"/>
                        </a:rPr>
                        <a:t>Home</a:t>
                      </a:r>
                      <a:r>
                        <a:rPr lang="en-US" sz="1300" baseline="0" noProof="0">
                          <a:solidFill>
                            <a:srgbClr val="D9D9D9"/>
                          </a:solidFill>
                          <a:latin typeface="Arial" panose="020B0604020202020204" pitchFamily="34" charset="0"/>
                          <a:cs typeface="Arial" panose="020B0604020202020204" pitchFamily="34" charset="0"/>
                        </a:rPr>
                        <a:t> tab (top of the screen) and then click on the </a:t>
                      </a:r>
                      <a:r>
                        <a:rPr lang="en-US" sz="1300" b="1" baseline="0" noProof="0">
                          <a:solidFill>
                            <a:srgbClr val="D9D9D9"/>
                          </a:solidFill>
                          <a:latin typeface="Arial" panose="020B0604020202020204" pitchFamily="34" charset="0"/>
                          <a:cs typeface="Arial" panose="020B0604020202020204" pitchFamily="34" charset="0"/>
                        </a:rPr>
                        <a:t>Layout</a:t>
                      </a:r>
                      <a:r>
                        <a:rPr lang="en-US" sz="1300" baseline="0" noProof="0">
                          <a:solidFill>
                            <a:srgbClr val="D9D9D9"/>
                          </a:solidFill>
                          <a:latin typeface="Arial" panose="020B0604020202020204" pitchFamily="34" charset="0"/>
                          <a:cs typeface="Arial" panose="020B0604020202020204" pitchFamily="34" charset="0"/>
                        </a:rPr>
                        <a:t> button below to see the available layouts. Choose the </a:t>
                      </a:r>
                      <a:r>
                        <a:rPr lang="en-US" sz="1300" b="1" baseline="0" noProof="0">
                          <a:solidFill>
                            <a:srgbClr val="D9D9D9"/>
                          </a:solidFill>
                          <a:latin typeface="Arial" panose="020B0604020202020204" pitchFamily="34" charset="0"/>
                          <a:cs typeface="Arial" panose="020B0604020202020204" pitchFamily="34" charset="0"/>
                        </a:rPr>
                        <a:t>Without Guides </a:t>
                      </a:r>
                      <a:r>
                        <a:rPr lang="en-US" sz="1300" b="0" baseline="0" noProof="0">
                          <a:solidFill>
                            <a:srgbClr val="D9D9D9"/>
                          </a:solidFill>
                          <a:latin typeface="Arial" panose="020B0604020202020204" pitchFamily="34" charset="0"/>
                          <a:cs typeface="Arial" panose="020B0604020202020204" pitchFamily="34" charset="0"/>
                        </a:rPr>
                        <a:t>layout</a:t>
                      </a:r>
                      <a:r>
                        <a:rPr lang="en-US" sz="1300" baseline="0" noProof="0">
                          <a:solidFill>
                            <a:srgbClr val="D9D9D9"/>
                          </a:solidFill>
                          <a:latin typeface="Arial" panose="020B0604020202020204" pitchFamily="34" charset="0"/>
                          <a:cs typeface="Arial" panose="020B0604020202020204" pitchFamily="34" charset="0"/>
                        </a:rPr>
                        <a:t>.</a:t>
                      </a:r>
                      <a:endParaRPr lang="en-US" sz="1300" noProof="0" dirty="0">
                        <a:solidFill>
                          <a:srgbClr val="D9D9D9"/>
                        </a:solidFill>
                        <a:latin typeface="Arial" panose="020B0604020202020204" pitchFamily="34" charset="0"/>
                        <a:cs typeface="Arial" panose="020B0604020202020204" pitchFamily="34" charset="0"/>
                      </a:endParaRPr>
                    </a:p>
                  </a:txBody>
                  <a:tcPr marL="95264" marR="95264" marT="47632" marB="47632">
                    <a:solidFill>
                      <a:srgbClr val="010101"/>
                    </a:solidFill>
                  </a:tcPr>
                </a:tc>
                <a:tc row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1500" b="1" noProof="0" dirty="0">
                          <a:solidFill>
                            <a:srgbClr val="FFC000"/>
                          </a:solidFill>
                          <a:latin typeface="Arial" panose="020B0604020202020204" pitchFamily="34" charset="0"/>
                          <a:cs typeface="Arial" panose="020B0604020202020204" pitchFamily="34" charset="0"/>
                        </a:rPr>
                        <a:t>How to hide the QUICK START GUIDE bars from the sides of the template</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1300" noProof="0" dirty="0">
                          <a:solidFill>
                            <a:srgbClr val="D9D9D9"/>
                          </a:solidFill>
                          <a:latin typeface="Arial" panose="020B0604020202020204" pitchFamily="34" charset="0"/>
                          <a:cs typeface="Arial" panose="020B0604020202020204" pitchFamily="34" charset="0"/>
                        </a:rPr>
                        <a:t>The Quick Start</a:t>
                      </a:r>
                      <a:r>
                        <a:rPr lang="en-US" sz="1300" baseline="0" noProof="0" dirty="0">
                          <a:solidFill>
                            <a:srgbClr val="D9D9D9"/>
                          </a:solidFill>
                          <a:latin typeface="Arial" panose="020B0604020202020204" pitchFamily="34" charset="0"/>
                          <a:cs typeface="Arial" panose="020B0604020202020204" pitchFamily="34" charset="0"/>
                        </a:rPr>
                        <a:t> Guides</a:t>
                      </a:r>
                      <a:r>
                        <a:rPr lang="en-US" sz="1300" noProof="0" dirty="0">
                          <a:solidFill>
                            <a:srgbClr val="D9D9D9"/>
                          </a:solidFill>
                          <a:latin typeface="Arial" panose="020B0604020202020204" pitchFamily="34" charset="0"/>
                          <a:cs typeface="Arial" panose="020B0604020202020204" pitchFamily="34" charset="0"/>
                        </a:rPr>
                        <a:t> </a:t>
                      </a:r>
                      <a:r>
                        <a:rPr lang="en-US" sz="1300" u="sng" noProof="0" dirty="0">
                          <a:solidFill>
                            <a:srgbClr val="D9D9D9"/>
                          </a:solidFill>
                          <a:latin typeface="Arial" panose="020B0604020202020204" pitchFamily="34" charset="0"/>
                          <a:cs typeface="Arial" panose="020B0604020202020204" pitchFamily="34" charset="0"/>
                        </a:rPr>
                        <a:t>are outside the template’s printable area</a:t>
                      </a:r>
                      <a:r>
                        <a:rPr lang="en-US" sz="1300" noProof="0" dirty="0">
                          <a:solidFill>
                            <a:srgbClr val="D9D9D9"/>
                          </a:solidFill>
                          <a:latin typeface="Arial" panose="020B0604020202020204" pitchFamily="34" charset="0"/>
                          <a:cs typeface="Arial" panose="020B0604020202020204" pitchFamily="34" charset="0"/>
                        </a:rPr>
                        <a:t> and they will not be on the printed poster</a:t>
                      </a:r>
                      <a:r>
                        <a:rPr lang="en-US" sz="1300" baseline="0" noProof="0" dirty="0">
                          <a:solidFill>
                            <a:srgbClr val="D9D9D9"/>
                          </a:solidFill>
                          <a:latin typeface="Arial" panose="020B0604020202020204" pitchFamily="34" charset="0"/>
                          <a:cs typeface="Arial" panose="020B0604020202020204" pitchFamily="34" charset="0"/>
                        </a:rPr>
                        <a:t>. </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1300" baseline="0" noProof="0" dirty="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1300" baseline="0" noProof="0" dirty="0">
                          <a:solidFill>
                            <a:srgbClr val="D9D9D9"/>
                          </a:solidFill>
                          <a:latin typeface="Arial" panose="020B0604020202020204" pitchFamily="34" charset="0"/>
                          <a:cs typeface="Arial" panose="020B0604020202020204" pitchFamily="34" charset="0"/>
                        </a:rPr>
                        <a:t>If you create a PDF file from your template, the guides will not be included.</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1300" baseline="0" noProof="0" dirty="0">
                        <a:solidFill>
                          <a:srgbClr val="D9D9D9"/>
                        </a:solidFill>
                        <a:latin typeface="Arial" panose="020B0604020202020204" pitchFamily="34" charset="0"/>
                        <a:cs typeface="Arial" panose="020B0604020202020204" pitchFamily="34" charset="0"/>
                      </a:endParaRPr>
                    </a:p>
                  </a:txBody>
                  <a:tcPr marL="95264" marR="95264" marT="47632" marB="47632">
                    <a:solidFill>
                      <a:srgbClr val="010101"/>
                    </a:solidFill>
                  </a:tcPr>
                </a:tc>
                <a:extLst>
                  <a:ext uri="{0D108BD9-81ED-4DB2-BD59-A6C34878D82A}">
                    <a16:rowId xmlns:a16="http://schemas.microsoft.com/office/drawing/2014/main" val="10005"/>
                  </a:ext>
                </a:extLst>
              </a:tr>
              <a:tr h="1653209">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1300" baseline="0" noProof="0" dirty="0">
                        <a:solidFill>
                          <a:srgbClr val="D9D9D9"/>
                        </a:solidFill>
                        <a:latin typeface="Arial" panose="020B0604020202020204" pitchFamily="34" charset="0"/>
                        <a:cs typeface="Arial" panose="020B0604020202020204" pitchFamily="34" charset="0"/>
                      </a:endParaRPr>
                    </a:p>
                    <a:p>
                      <a:pPr marL="0" marR="0" lvl="0" indent="0" algn="l" defTabSz="1518341" rtl="0" eaLnBrk="1" fontAlgn="auto" latinLnBrk="0" hangingPunct="1">
                        <a:lnSpc>
                          <a:spcPct val="100000"/>
                        </a:lnSpc>
                        <a:spcBef>
                          <a:spcPts val="0"/>
                        </a:spcBef>
                        <a:spcAft>
                          <a:spcPts val="0"/>
                        </a:spcAft>
                        <a:buClrTx/>
                        <a:buSzTx/>
                        <a:buFontTx/>
                        <a:buNone/>
                        <a:tabLst/>
                        <a:defRPr/>
                      </a:pPr>
                      <a:r>
                        <a:rPr lang="en-US" sz="1300" baseline="0" noProof="0" dirty="0">
                          <a:solidFill>
                            <a:srgbClr val="D9D9D9"/>
                          </a:solidFill>
                          <a:latin typeface="Arial" panose="020B0604020202020204" pitchFamily="34" charset="0"/>
                          <a:cs typeface="Arial" panose="020B0604020202020204" pitchFamily="34" charset="0"/>
                        </a:rPr>
                        <a:t>To hide the guides click on the </a:t>
                      </a:r>
                      <a:r>
                        <a:rPr lang="en-US" sz="1300" b="1" baseline="0" noProof="0" dirty="0">
                          <a:solidFill>
                            <a:srgbClr val="D9D9D9"/>
                          </a:solidFill>
                          <a:latin typeface="Arial" panose="020B0604020202020204" pitchFamily="34" charset="0"/>
                          <a:cs typeface="Arial" panose="020B0604020202020204" pitchFamily="34" charset="0"/>
                        </a:rPr>
                        <a:t>Home</a:t>
                      </a:r>
                      <a:r>
                        <a:rPr lang="en-US" sz="1300" baseline="0" noProof="0" dirty="0">
                          <a:solidFill>
                            <a:srgbClr val="D9D9D9"/>
                          </a:solidFill>
                          <a:latin typeface="Arial" panose="020B0604020202020204" pitchFamily="34" charset="0"/>
                          <a:cs typeface="Arial" panose="020B0604020202020204" pitchFamily="34" charset="0"/>
                        </a:rPr>
                        <a:t> tab (top of the screen) and then click on the </a:t>
                      </a:r>
                      <a:r>
                        <a:rPr lang="en-US" sz="1300" b="1" baseline="0" noProof="0" dirty="0">
                          <a:solidFill>
                            <a:srgbClr val="D9D9D9"/>
                          </a:solidFill>
                          <a:latin typeface="Arial" panose="020B0604020202020204" pitchFamily="34" charset="0"/>
                          <a:cs typeface="Arial" panose="020B0604020202020204" pitchFamily="34" charset="0"/>
                        </a:rPr>
                        <a:t>Layout</a:t>
                      </a:r>
                      <a:r>
                        <a:rPr lang="en-US" sz="1300" baseline="0" noProof="0" dirty="0">
                          <a:solidFill>
                            <a:srgbClr val="D9D9D9"/>
                          </a:solidFill>
                          <a:latin typeface="Arial" panose="020B0604020202020204" pitchFamily="34" charset="0"/>
                          <a:cs typeface="Arial" panose="020B0604020202020204" pitchFamily="34" charset="0"/>
                        </a:rPr>
                        <a:t> button below to see the available layouts. Choose the </a:t>
                      </a:r>
                      <a:r>
                        <a:rPr lang="en-US" sz="1300" b="1" baseline="0" noProof="0" dirty="0">
                          <a:solidFill>
                            <a:srgbClr val="D9D9D9"/>
                          </a:solidFill>
                          <a:latin typeface="Arial" panose="020B0604020202020204" pitchFamily="34" charset="0"/>
                          <a:cs typeface="Arial" panose="020B0604020202020204" pitchFamily="34" charset="0"/>
                        </a:rPr>
                        <a:t>Without Guides </a:t>
                      </a:r>
                      <a:r>
                        <a:rPr lang="en-US" sz="1300" b="0" baseline="0" noProof="0" dirty="0">
                          <a:solidFill>
                            <a:srgbClr val="D9D9D9"/>
                          </a:solidFill>
                          <a:latin typeface="Arial" panose="020B0604020202020204" pitchFamily="34" charset="0"/>
                          <a:cs typeface="Arial" panose="020B0604020202020204" pitchFamily="34" charset="0"/>
                        </a:rPr>
                        <a:t>layout</a:t>
                      </a:r>
                      <a:r>
                        <a:rPr lang="en-US" sz="1300" baseline="0" noProof="0" dirty="0">
                          <a:solidFill>
                            <a:srgbClr val="D9D9D9"/>
                          </a:solidFill>
                          <a:latin typeface="Arial" panose="020B0604020202020204" pitchFamily="34" charset="0"/>
                          <a:cs typeface="Arial" panose="020B0604020202020204" pitchFamily="34" charset="0"/>
                        </a:rPr>
                        <a:t>.</a:t>
                      </a:r>
                      <a:endParaRPr lang="en-US" sz="1300" noProof="0" dirty="0">
                        <a:solidFill>
                          <a:srgbClr val="D9D9D9"/>
                        </a:solidFill>
                        <a:latin typeface="Arial" panose="020B0604020202020204" pitchFamily="34" charset="0"/>
                        <a:cs typeface="Arial" panose="020B0604020202020204" pitchFamily="34" charset="0"/>
                      </a:endParaRPr>
                    </a:p>
                    <a:p>
                      <a:pPr marL="0" marR="0" lvl="0" indent="0" algn="l" defTabSz="1518341" rtl="0" eaLnBrk="1" fontAlgn="auto" latinLnBrk="0" hangingPunct="1">
                        <a:lnSpc>
                          <a:spcPct val="100000"/>
                        </a:lnSpc>
                        <a:spcBef>
                          <a:spcPts val="0"/>
                        </a:spcBef>
                        <a:spcAft>
                          <a:spcPts val="0"/>
                        </a:spcAft>
                        <a:buClrTx/>
                        <a:buSzTx/>
                        <a:buFontTx/>
                        <a:buNone/>
                        <a:tabLst/>
                        <a:defRPr/>
                      </a:pPr>
                      <a:endParaRPr lang="en-US" sz="1300" noProof="0" dirty="0">
                        <a:solidFill>
                          <a:srgbClr val="D9D9D9"/>
                        </a:solidFill>
                        <a:latin typeface="Arial" panose="020B0604020202020204" pitchFamily="34" charset="0"/>
                        <a:cs typeface="Arial" panose="020B0604020202020204" pitchFamily="34" charset="0"/>
                      </a:endParaRPr>
                    </a:p>
                  </a:txBody>
                  <a:tcPr marL="95264" marR="95264" marT="47632" marB="47632">
                    <a:solidFill>
                      <a:srgbClr val="010101"/>
                    </a:solidFill>
                  </a:tcPr>
                </a:tc>
                <a:tc hMerge="1">
                  <a:txBody>
                    <a:bodyPr/>
                    <a:lstStyle/>
                    <a:p>
                      <a:endParaRPr lang="en-US"/>
                    </a:p>
                  </a:txBody>
                  <a:tcPr/>
                </a:tc>
                <a:tc vMerge="1">
                  <a:txBody>
                    <a:bodyPr/>
                    <a:lstStyle/>
                    <a:p>
                      <a:endParaRPr lang="en-US"/>
                    </a:p>
                  </a:txBody>
                  <a:tcPr/>
                </a:tc>
                <a:extLst>
                  <a:ext uri="{0D108BD9-81ED-4DB2-BD59-A6C34878D82A}">
                    <a16:rowId xmlns:a16="http://schemas.microsoft.com/office/drawing/2014/main" val="1766341567"/>
                  </a:ext>
                </a:extLst>
              </a:tr>
              <a:tr h="1670206">
                <a:tc gridSpan="2">
                  <a:txBody>
                    <a:bodyPr/>
                    <a:lstStyle/>
                    <a:p>
                      <a:r>
                        <a:rPr lang="en-US" sz="1500" b="1" dirty="0">
                          <a:solidFill>
                            <a:srgbClr val="FFC000"/>
                          </a:solidFill>
                          <a:latin typeface="Arial" panose="020B0604020202020204" pitchFamily="34" charset="0"/>
                          <a:cs typeface="Arial" panose="020B0604020202020204" pitchFamily="34" charset="0"/>
                        </a:rPr>
                        <a:t>How to</a:t>
                      </a:r>
                      <a:r>
                        <a:rPr lang="en-US" sz="1500" b="1" baseline="0" dirty="0">
                          <a:solidFill>
                            <a:srgbClr val="FFC000"/>
                          </a:solidFill>
                          <a:latin typeface="Arial" panose="020B0604020202020204" pitchFamily="34" charset="0"/>
                          <a:cs typeface="Arial" panose="020B0604020202020204" pitchFamily="34" charset="0"/>
                        </a:rPr>
                        <a:t> preview your poster prior to presenting</a:t>
                      </a:r>
                      <a:endParaRPr lang="en-US" sz="1500" b="1" dirty="0">
                        <a:solidFill>
                          <a:srgbClr val="FFC000"/>
                        </a:solidFill>
                        <a:latin typeface="Arial" panose="020B0604020202020204" pitchFamily="34" charset="0"/>
                        <a:cs typeface="Arial" panose="020B0604020202020204" pitchFamily="34" charset="0"/>
                      </a:endParaRPr>
                    </a:p>
                    <a:p>
                      <a:r>
                        <a:rPr lang="en-US" sz="1300" dirty="0">
                          <a:solidFill>
                            <a:srgbClr val="D9D9D9"/>
                          </a:solidFill>
                          <a:latin typeface="Arial" panose="020B0604020202020204" pitchFamily="34" charset="0"/>
                          <a:cs typeface="Arial" panose="020B0604020202020204" pitchFamily="34" charset="0"/>
                        </a:rPr>
                        <a:t>You can preview your poster at any time by pressing the </a:t>
                      </a:r>
                      <a:r>
                        <a:rPr lang="en-US" sz="1300" dirty="0">
                          <a:solidFill>
                            <a:srgbClr val="FFC000"/>
                          </a:solidFill>
                          <a:latin typeface="Arial" panose="020B0604020202020204" pitchFamily="34" charset="0"/>
                          <a:cs typeface="Arial" panose="020B0604020202020204" pitchFamily="34" charset="0"/>
                        </a:rPr>
                        <a:t>F5 key</a:t>
                      </a:r>
                      <a:r>
                        <a:rPr lang="en-US" sz="1300" dirty="0">
                          <a:solidFill>
                            <a:srgbClr val="D9D9D9"/>
                          </a:solidFill>
                          <a:latin typeface="Arial" panose="020B0604020202020204" pitchFamily="34" charset="0"/>
                          <a:cs typeface="Arial" panose="020B0604020202020204" pitchFamily="34" charset="0"/>
                        </a:rPr>
                        <a:t> on your keyboard. You will see on the screen what's on your poster and how it should look when printed. Press the </a:t>
                      </a:r>
                      <a:r>
                        <a:rPr lang="en-US" sz="1300" dirty="0">
                          <a:solidFill>
                            <a:srgbClr val="FFC000"/>
                          </a:solidFill>
                          <a:latin typeface="Arial" panose="020B0604020202020204" pitchFamily="34" charset="0"/>
                          <a:cs typeface="Arial" panose="020B0604020202020204" pitchFamily="34" charset="0"/>
                        </a:rPr>
                        <a:t>ESC key </a:t>
                      </a:r>
                      <a:r>
                        <a:rPr lang="en-US" sz="1300" dirty="0">
                          <a:solidFill>
                            <a:srgbClr val="D9D9D9"/>
                          </a:solidFill>
                          <a:latin typeface="Arial" panose="020B0604020202020204" pitchFamily="34" charset="0"/>
                          <a:cs typeface="Arial" panose="020B0604020202020204" pitchFamily="34" charset="0"/>
                        </a:rPr>
                        <a:t>to exit Preview.</a:t>
                      </a:r>
                    </a:p>
                  </a:txBody>
                  <a:tcPr marL="95264" marR="95264" marT="47632" marB="47632">
                    <a:solidFill>
                      <a:srgbClr val="010101"/>
                    </a:solidFill>
                  </a:tcPr>
                </a:tc>
                <a:tc hMerge="1">
                  <a:txBody>
                    <a:bodyPr/>
                    <a:lstStyle/>
                    <a:p>
                      <a:r>
                        <a:rPr lang="en-US" sz="5900" b="1" dirty="0">
                          <a:solidFill>
                            <a:srgbClr val="D9D9D9"/>
                          </a:solidFill>
                          <a:latin typeface="Arial" panose="020B0604020202020204" pitchFamily="34" charset="0"/>
                          <a:cs typeface="Arial" panose="020B0604020202020204" pitchFamily="34" charset="0"/>
                        </a:rPr>
                        <a:t>F5</a:t>
                      </a:r>
                      <a:r>
                        <a:rPr lang="en-US" sz="1300" baseline="0" dirty="0">
                          <a:solidFill>
                            <a:srgbClr val="D9D9D9"/>
                          </a:solidFill>
                          <a:latin typeface="Arial" panose="020B0604020202020204" pitchFamily="34" charset="0"/>
                          <a:cs typeface="Arial" panose="020B0604020202020204" pitchFamily="34" charset="0"/>
                        </a:rPr>
                        <a:t> </a:t>
                      </a:r>
                      <a:endParaRPr lang="en-US" dirty="0"/>
                    </a:p>
                  </a:txBody>
                  <a:tcPr marL="106881" marR="53440" marT="70140" marB="23380" anchor="ctr">
                    <a:solidFill>
                      <a:schemeClr val="tx1">
                        <a:lumMod val="95000"/>
                        <a:lumOff val="5000"/>
                      </a:schemeClr>
                    </a:solidFill>
                  </a:tcPr>
                </a:tc>
                <a:tc>
                  <a:txBody>
                    <a:bodyPr/>
                    <a:lstStyle/>
                    <a:p>
                      <a:r>
                        <a:rPr lang="en-US" sz="5900" b="1" dirty="0">
                          <a:solidFill>
                            <a:srgbClr val="D9D9D9"/>
                          </a:solidFill>
                          <a:latin typeface="Arial" panose="020B0604020202020204" pitchFamily="34" charset="0"/>
                          <a:cs typeface="Arial" panose="020B0604020202020204" pitchFamily="34" charset="0"/>
                        </a:rPr>
                        <a:t>F5</a:t>
                      </a:r>
                      <a:r>
                        <a:rPr lang="en-US" sz="1300" baseline="0" dirty="0">
                          <a:solidFill>
                            <a:srgbClr val="D9D9D9"/>
                          </a:solidFill>
                          <a:latin typeface="Arial" panose="020B0604020202020204" pitchFamily="34" charset="0"/>
                          <a:cs typeface="Arial" panose="020B0604020202020204" pitchFamily="34" charset="0"/>
                        </a:rPr>
                        <a:t> </a:t>
                      </a:r>
                      <a:endParaRPr lang="en-US" dirty="0"/>
                    </a:p>
                  </a:txBody>
                  <a:tcPr marL="106881" marR="53440" marT="70140" marB="23380" anchor="ctr">
                    <a:solidFill>
                      <a:schemeClr val="tx1">
                        <a:lumMod val="95000"/>
                        <a:lumOff val="5000"/>
                      </a:schemeClr>
                    </a:solidFill>
                  </a:tcPr>
                </a:tc>
                <a:extLst>
                  <a:ext uri="{0D108BD9-81ED-4DB2-BD59-A6C34878D82A}">
                    <a16:rowId xmlns:a16="http://schemas.microsoft.com/office/drawing/2014/main" val="10006"/>
                  </a:ext>
                </a:extLst>
              </a:tr>
              <a:tr h="880793">
                <a:tc gridSpan="3">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1500" b="1" noProof="0" dirty="0">
                          <a:solidFill>
                            <a:srgbClr val="FFC000"/>
                          </a:solidFill>
                          <a:latin typeface="Arial"/>
                          <a:cs typeface="Arial"/>
                        </a:rPr>
                        <a:t>How to present your poster</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1300" noProof="0" dirty="0">
                          <a:solidFill>
                            <a:srgbClr val="D9D9D9"/>
                          </a:solidFill>
                          <a:latin typeface="Arial"/>
                          <a:cs typeface="Arial"/>
                        </a:rPr>
                        <a:t>When you finish designing your poster and are ready to virtually present it, follow the conference organizers' instructions. </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1300" noProof="0" dirty="0">
                        <a:solidFill>
                          <a:srgbClr val="D9D9D9"/>
                        </a:solidFill>
                        <a:latin typeface="Arial"/>
                        <a:cs typeface="Arial"/>
                      </a:endParaRPr>
                    </a:p>
                  </a:txBody>
                  <a:tcPr marL="95264" marR="95264" marT="47632" marB="47632">
                    <a:solidFill>
                      <a:srgbClr val="010101"/>
                    </a:solidFill>
                  </a:tcPr>
                </a:tc>
                <a:tc hMerge="1">
                  <a:txBody>
                    <a:bodyPr/>
                    <a:lstStyle/>
                    <a:p>
                      <a:endParaRPr lang="en-US"/>
                    </a:p>
                  </a:txBody>
                  <a:tcPr/>
                </a:tc>
                <a:tc hMerge="1">
                  <a:txBody>
                    <a:bodyPr/>
                    <a:lstStyle/>
                    <a:p>
                      <a:pPr marL="0" marR="0" lvl="0" indent="0" algn="l" defTabSz="114300" rtl="0" eaLnBrk="1" fontAlgn="auto" latinLnBrk="0" hangingPunct="1">
                        <a:lnSpc>
                          <a:spcPct val="100000"/>
                        </a:lnSpc>
                        <a:spcBef>
                          <a:spcPts val="0"/>
                        </a:spcBef>
                        <a:spcAft>
                          <a:spcPts val="0"/>
                        </a:spcAft>
                        <a:buClrTx/>
                        <a:buSzTx/>
                        <a:buFontTx/>
                        <a:buNone/>
                        <a:tabLst/>
                        <a:defRPr/>
                      </a:pPr>
                      <a:endParaRPr lang="en-US" sz="1300" noProof="0" dirty="0">
                        <a:solidFill>
                          <a:srgbClr val="D9D9D9"/>
                        </a:solidFill>
                        <a:latin typeface="Arial"/>
                        <a:cs typeface="Arial"/>
                      </a:endParaRPr>
                    </a:p>
                  </a:txBody>
                  <a:tcPr marL="95264" marR="95264" marT="47632" marB="47632">
                    <a:solidFill>
                      <a:srgbClr val="010101"/>
                    </a:solidFill>
                  </a:tcPr>
                </a:tc>
                <a:extLst>
                  <a:ext uri="{0D108BD9-81ED-4DB2-BD59-A6C34878D82A}">
                    <a16:rowId xmlns:a16="http://schemas.microsoft.com/office/drawing/2014/main" val="10007"/>
                  </a:ext>
                </a:extLst>
              </a:tr>
              <a:tr h="4224920">
                <a:tc gridSpan="3">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1600" b="1" noProof="0" dirty="0">
                          <a:solidFill>
                            <a:srgbClr val="FFC000"/>
                          </a:solidFill>
                          <a:latin typeface="Arial"/>
                          <a:cs typeface="Arial"/>
                        </a:rPr>
                        <a:t>Publish, present virtually, share, and discuss!</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1400" b="1" noProof="0" dirty="0">
                          <a:solidFill>
                            <a:srgbClr val="D9D9D9"/>
                          </a:solidFill>
                          <a:latin typeface="Arial"/>
                          <a:cs typeface="Arial"/>
                        </a:rPr>
                        <a:t>Submit your poster and add it to the Research Poster Virtual Library.</a:t>
                      </a:r>
                      <a:br>
                        <a:rPr lang="en-US" sz="1400" b="1" noProof="0" dirty="0">
                          <a:solidFill>
                            <a:srgbClr val="D9D9D9"/>
                          </a:solidFill>
                          <a:latin typeface="Arial"/>
                          <a:cs typeface="Arial"/>
                        </a:rPr>
                      </a:br>
                      <a:br>
                        <a:rPr lang="en-US" sz="1400" b="1" noProof="0" dirty="0">
                          <a:solidFill>
                            <a:srgbClr val="D9D9D9"/>
                          </a:solidFill>
                          <a:latin typeface="Arial"/>
                          <a:cs typeface="Arial"/>
                        </a:rPr>
                      </a:br>
                      <a:r>
                        <a:rPr lang="en-US" sz="1400" b="1" noProof="0" dirty="0">
                          <a:solidFill>
                            <a:schemeClr val="accent4"/>
                          </a:solidFill>
                          <a:latin typeface="Arial"/>
                          <a:cs typeface="Arial"/>
                        </a:rPr>
                        <a:t>Continuous</a:t>
                      </a:r>
                      <a:r>
                        <a:rPr lang="en-US" sz="1400" b="1" noProof="0" dirty="0">
                          <a:solidFill>
                            <a:srgbClr val="D9D9D9"/>
                          </a:solidFill>
                          <a:latin typeface="Arial"/>
                          <a:cs typeface="Arial"/>
                        </a:rPr>
                        <a:t> </a:t>
                      </a:r>
                      <a:r>
                        <a:rPr lang="en-US" sz="1400" b="1" noProof="0" dirty="0">
                          <a:solidFill>
                            <a:srgbClr val="FFC000"/>
                          </a:solidFill>
                          <a:latin typeface="Arial"/>
                          <a:cs typeface="Arial"/>
                        </a:rPr>
                        <a:t>global reach</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1400" b="0" noProof="0" dirty="0">
                          <a:solidFill>
                            <a:srgbClr val="D9D9D9"/>
                          </a:solidFill>
                          <a:latin typeface="Arial"/>
                          <a:cs typeface="Arial"/>
                        </a:rPr>
                        <a:t>Share your research with thousands of students, educators, scientists, and researchers from all over the United States and the World.</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1400" b="1" noProof="0" dirty="0">
                        <a:solidFill>
                          <a:srgbClr val="D9D9D9"/>
                        </a:solidFill>
                        <a:latin typeface="Arial"/>
                        <a:cs typeface="Arial"/>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1400" b="1" noProof="0" dirty="0">
                          <a:solidFill>
                            <a:srgbClr val="FFC000"/>
                          </a:solidFill>
                          <a:latin typeface="Arial"/>
                          <a:cs typeface="Arial"/>
                        </a:rPr>
                        <a:t>Full-featured poster showcase included</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1400" b="0" noProof="0" dirty="0">
                          <a:solidFill>
                            <a:srgbClr val="D9D9D9"/>
                          </a:solidFill>
                          <a:latin typeface="Arial"/>
                          <a:cs typeface="Arial"/>
                        </a:rPr>
                        <a:t>Present your poster on a  professional full-featured and customizable web page that includes full screen functions, social sharing, your own discussion board, private contact form, narration and more.</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1400" b="1" noProof="0" dirty="0">
                        <a:solidFill>
                          <a:srgbClr val="D9D9D9"/>
                        </a:solidFill>
                        <a:latin typeface="Arial"/>
                        <a:cs typeface="Arial"/>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1400" b="1" noProof="0" dirty="0">
                          <a:solidFill>
                            <a:srgbClr val="FFC000"/>
                          </a:solidFill>
                          <a:latin typeface="Arial"/>
                          <a:cs typeface="Arial"/>
                        </a:rPr>
                        <a:t>Convenience for presenter groups and conference coordinators </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1400" b="0" noProof="0" dirty="0">
                          <a:solidFill>
                            <a:srgbClr val="D9D9D9"/>
                          </a:solidFill>
                          <a:latin typeface="Arial"/>
                          <a:cs typeface="Arial"/>
                        </a:rPr>
                        <a:t>Published posters can easily be presented at virtual conferences. Perfect solution for organizers of meetings and conferences.</a:t>
                      </a:r>
                      <a:br>
                        <a:rPr lang="en-US" sz="1400" b="1" noProof="0" dirty="0">
                          <a:solidFill>
                            <a:srgbClr val="D9D9D9"/>
                          </a:solidFill>
                          <a:latin typeface="Arial"/>
                          <a:cs typeface="Arial"/>
                        </a:rPr>
                      </a:br>
                      <a:endParaRPr lang="en-US" sz="1400" b="1" noProof="0" dirty="0">
                        <a:solidFill>
                          <a:srgbClr val="D9D9D9"/>
                        </a:solidFill>
                        <a:latin typeface="Arial"/>
                        <a:cs typeface="Arial"/>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1600" b="1" noProof="0" dirty="0">
                          <a:solidFill>
                            <a:srgbClr val="FFC000"/>
                          </a:solidFill>
                          <a:latin typeface="Arial"/>
                          <a:cs typeface="Arial"/>
                          <a:hlinkClick r:id="rId11">
                            <a:extLst>
                              <a:ext uri="{A12FA001-AC4F-418D-AE19-62706E023703}">
                                <ahyp:hlinkClr xmlns:ahyp="http://schemas.microsoft.com/office/drawing/2018/hyperlinkcolor" val="tx"/>
                              </a:ext>
                            </a:extLst>
                          </a:hlinkClick>
                        </a:rPr>
                        <a:t>https://www.PosterPresentations.com/</a:t>
                      </a:r>
                      <a:r>
                        <a:rPr lang="en-US" sz="1600" b="1" u="sng" noProof="0" dirty="0">
                          <a:solidFill>
                            <a:srgbClr val="FFC000"/>
                          </a:solidFill>
                          <a:latin typeface="Arial"/>
                          <a:cs typeface="Arial"/>
                          <a:hlinkClick r:id="rId11">
                            <a:extLst>
                              <a:ext uri="{A12FA001-AC4F-418D-AE19-62706E023703}">
                                <ahyp:hlinkClr xmlns:ahyp="http://schemas.microsoft.com/office/drawing/2018/hyperlinkcolor" val="tx"/>
                              </a:ext>
                            </a:extLst>
                          </a:hlinkClick>
                        </a:rPr>
                        <a:t>research</a:t>
                      </a:r>
                      <a:endParaRPr lang="en-US" sz="1600" b="1" u="sng" noProof="0" dirty="0">
                        <a:solidFill>
                          <a:srgbClr val="FFC000"/>
                        </a:solidFill>
                        <a:latin typeface="Arial"/>
                        <a:cs typeface="Arial"/>
                      </a:endParaRP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1400" b="1" noProof="0" dirty="0">
                        <a:solidFill>
                          <a:srgbClr val="D9D9D9"/>
                        </a:solidFill>
                        <a:latin typeface="Arial"/>
                        <a:cs typeface="Arial"/>
                      </a:endParaRPr>
                    </a:p>
                  </a:txBody>
                  <a:tcPr marL="95264" marR="95264" marT="47632" marB="47632">
                    <a:solidFill>
                      <a:srgbClr val="003366"/>
                    </a:solidFill>
                  </a:tcPr>
                </a:tc>
                <a:tc hMerge="1">
                  <a:txBody>
                    <a:bodyPr/>
                    <a:lstStyle/>
                    <a:p>
                      <a:endParaRPr lang="en-US"/>
                    </a:p>
                  </a:txBody>
                  <a:tcPr/>
                </a:tc>
                <a:tc hMerge="1">
                  <a:txBody>
                    <a:bodyPr/>
                    <a:lstStyle/>
                    <a:p>
                      <a:pPr marL="0" marR="0" lvl="0" indent="0" algn="l" defTabSz="114300" rtl="0" eaLnBrk="1" fontAlgn="auto" latinLnBrk="0" hangingPunct="1">
                        <a:lnSpc>
                          <a:spcPct val="100000"/>
                        </a:lnSpc>
                        <a:spcBef>
                          <a:spcPts val="0"/>
                        </a:spcBef>
                        <a:spcAft>
                          <a:spcPts val="0"/>
                        </a:spcAft>
                        <a:buClrTx/>
                        <a:buSzTx/>
                        <a:buFontTx/>
                        <a:buNone/>
                        <a:tabLst/>
                        <a:defRPr/>
                      </a:pPr>
                      <a:endParaRPr lang="en-US" sz="1400" b="1" noProof="0" dirty="0">
                        <a:solidFill>
                          <a:srgbClr val="D9D9D9"/>
                        </a:solidFill>
                        <a:latin typeface="Arial"/>
                        <a:cs typeface="Arial"/>
                      </a:endParaRPr>
                    </a:p>
                  </a:txBody>
                  <a:tcPr marL="95264" marR="95264" marT="47632" marB="47632">
                    <a:solidFill>
                      <a:schemeClr val="accent5">
                        <a:lumMod val="50000"/>
                      </a:schemeClr>
                    </a:solidFill>
                  </a:tcPr>
                </a:tc>
                <a:extLst>
                  <a:ext uri="{0D108BD9-81ED-4DB2-BD59-A6C34878D82A}">
                    <a16:rowId xmlns:a16="http://schemas.microsoft.com/office/drawing/2014/main" val="2448051497"/>
                  </a:ext>
                </a:extLst>
              </a:tr>
              <a:tr h="770816">
                <a:tc gridSpan="3">
                  <a:txBody>
                    <a:bodyPr/>
                    <a:lstStyle/>
                    <a:p>
                      <a:endParaRPr lang="en-US" sz="1300" dirty="0">
                        <a:solidFill>
                          <a:srgbClr val="1F3A4E"/>
                        </a:solidFill>
                      </a:endParaRPr>
                    </a:p>
                  </a:txBody>
                  <a:tcPr marL="95264" marR="95264" marT="47632" marB="47632">
                    <a:blipFill dpi="0" rotWithShape="1">
                      <a:blip r:embed="rId12">
                        <a:extLst>
                          <a:ext uri="{28A0092B-C50C-407E-A947-70E740481C1C}">
                            <a14:useLocalDpi xmlns:a14="http://schemas.microsoft.com/office/drawing/2010/main" val="0"/>
                          </a:ext>
                        </a:extLst>
                      </a:blip>
                      <a:srcRect/>
                      <a:stretch>
                        <a:fillRect/>
                      </a:stretch>
                    </a:blipFill>
                  </a:tcPr>
                </a:tc>
                <a:tc hMerge="1">
                  <a:txBody>
                    <a:bodyPr/>
                    <a:lstStyle/>
                    <a:p>
                      <a:endParaRPr lang="en-US"/>
                    </a:p>
                  </a:txBody>
                  <a:tcPr/>
                </a:tc>
                <a:tc hMerge="1">
                  <a:txBody>
                    <a:bodyPr/>
                    <a:lstStyle/>
                    <a:p>
                      <a:endParaRPr lang="en-US" sz="1300" dirty="0">
                        <a:solidFill>
                          <a:srgbClr val="1F3A4E"/>
                        </a:solidFill>
                      </a:endParaRPr>
                    </a:p>
                  </a:txBody>
                  <a:tcPr marL="95264" marR="95264" marT="47632" marB="47632">
                    <a:blipFill dpi="0" rotWithShape="1">
                      <a:blip r:embed="rId12">
                        <a:extLst>
                          <a:ext uri="{28A0092B-C50C-407E-A947-70E740481C1C}">
                            <a14:useLocalDpi xmlns:a14="http://schemas.microsoft.com/office/drawing/2010/main" val="0"/>
                          </a:ext>
                        </a:extLst>
                      </a:blip>
                      <a:srcRect/>
                      <a:stretch>
                        <a:fillRect/>
                      </a:stretch>
                    </a:blipFill>
                  </a:tcPr>
                </a:tc>
                <a:extLst>
                  <a:ext uri="{0D108BD9-81ED-4DB2-BD59-A6C34878D82A}">
                    <a16:rowId xmlns:a16="http://schemas.microsoft.com/office/drawing/2014/main" val="10008"/>
                  </a:ext>
                </a:extLst>
              </a:tr>
              <a:tr h="560893">
                <a:tc>
                  <a:txBody>
                    <a:bodyPr/>
                    <a:lstStyle/>
                    <a:p>
                      <a:pPr>
                        <a:lnSpc>
                          <a:spcPct val="100000"/>
                        </a:lnSpc>
                      </a:pPr>
                      <a:r>
                        <a:rPr lang="en-US" sz="1000" dirty="0">
                          <a:solidFill>
                            <a:schemeClr val="bg1">
                              <a:lumMod val="85000"/>
                            </a:schemeClr>
                          </a:solidFill>
                          <a:latin typeface="Arial"/>
                          <a:cs typeface="Arial"/>
                        </a:rPr>
                        <a:t>© 2020</a:t>
                      </a:r>
                      <a:r>
                        <a:rPr lang="en-US" sz="1000" baseline="0" dirty="0">
                          <a:solidFill>
                            <a:schemeClr val="bg1">
                              <a:lumMod val="85000"/>
                            </a:schemeClr>
                          </a:solidFill>
                          <a:latin typeface="Arial"/>
                          <a:cs typeface="Arial"/>
                        </a:rPr>
                        <a:t> </a:t>
                      </a:r>
                      <a:r>
                        <a:rPr lang="en-US" sz="1000" dirty="0" err="1">
                          <a:solidFill>
                            <a:schemeClr val="bg1">
                              <a:lumMod val="85000"/>
                            </a:schemeClr>
                          </a:solidFill>
                          <a:latin typeface="Arial"/>
                          <a:cs typeface="Arial"/>
                        </a:rPr>
                        <a:t>PosterPresentations.com</a:t>
                      </a:r>
                      <a:br>
                        <a:rPr lang="en-US" sz="1000" dirty="0">
                          <a:solidFill>
                            <a:schemeClr val="bg1">
                              <a:lumMod val="85000"/>
                            </a:schemeClr>
                          </a:solidFill>
                          <a:latin typeface="Arial"/>
                          <a:cs typeface="Arial"/>
                        </a:rPr>
                      </a:br>
                      <a:r>
                        <a:rPr lang="en-US" sz="1000" dirty="0">
                          <a:solidFill>
                            <a:schemeClr val="bg1">
                              <a:lumMod val="85000"/>
                            </a:schemeClr>
                          </a:solidFill>
                          <a:latin typeface="Arial"/>
                          <a:cs typeface="Arial"/>
                        </a:rPr>
                        <a:t>2117 Fourth Street ,</a:t>
                      </a:r>
                      <a:r>
                        <a:rPr lang="en-US" sz="1000" baseline="0" dirty="0">
                          <a:solidFill>
                            <a:schemeClr val="bg1">
                              <a:lumMod val="85000"/>
                            </a:schemeClr>
                          </a:solidFill>
                          <a:latin typeface="Arial"/>
                          <a:cs typeface="Arial"/>
                        </a:rPr>
                        <a:t> STE C        </a:t>
                      </a:r>
                    </a:p>
                    <a:p>
                      <a:pPr>
                        <a:lnSpc>
                          <a:spcPct val="100000"/>
                        </a:lnSpc>
                      </a:pPr>
                      <a:r>
                        <a:rPr lang="en-US" sz="1000" baseline="0" dirty="0">
                          <a:solidFill>
                            <a:schemeClr val="bg1">
                              <a:lumMod val="85000"/>
                            </a:schemeClr>
                          </a:solidFill>
                          <a:latin typeface="Arial"/>
                          <a:cs typeface="Arial"/>
                        </a:rPr>
                        <a:t>Berkeley CA 94710 USA</a:t>
                      </a:r>
                      <a:endParaRPr lang="en-US" sz="1000" dirty="0">
                        <a:solidFill>
                          <a:schemeClr val="bg1">
                            <a:lumMod val="85000"/>
                          </a:schemeClr>
                        </a:solidFill>
                        <a:latin typeface="Arial"/>
                        <a:cs typeface="Arial"/>
                      </a:endParaRPr>
                    </a:p>
                  </a:txBody>
                  <a:tcPr marL="106881" marR="53440" marT="70140" marB="23380">
                    <a:solidFill>
                      <a:srgbClr val="010101"/>
                    </a:solidFill>
                  </a:tcPr>
                </a:tc>
                <a:tc gridSpan="2">
                  <a:txBody>
                    <a:bodyPr/>
                    <a:lstStyle/>
                    <a:p>
                      <a:pPr marL="0" marR="0" indent="0" algn="l" defTabSz="4388900" rtl="0" eaLnBrk="1" fontAlgn="auto" latinLnBrk="0" hangingPunct="1">
                        <a:lnSpc>
                          <a:spcPct val="100000"/>
                        </a:lnSpc>
                        <a:spcBef>
                          <a:spcPts val="0"/>
                        </a:spcBef>
                        <a:spcAft>
                          <a:spcPts val="0"/>
                        </a:spcAft>
                        <a:buClrTx/>
                        <a:buSzTx/>
                        <a:buFontTx/>
                        <a:buNone/>
                        <a:tabLst/>
                        <a:defRPr/>
                      </a:pPr>
                      <a:r>
                        <a:rPr lang="en-US" sz="1300" b="1" dirty="0">
                          <a:solidFill>
                            <a:srgbClr val="D0D0D0"/>
                          </a:solidFill>
                          <a:latin typeface="Arial"/>
                          <a:cs typeface="Arial"/>
                        </a:rPr>
                        <a:t>For poster-making tutorials</a:t>
                      </a:r>
                      <a:r>
                        <a:rPr lang="en-US" sz="1300" b="1" baseline="0" dirty="0">
                          <a:solidFill>
                            <a:srgbClr val="D0D0D0"/>
                          </a:solidFill>
                          <a:latin typeface="Arial"/>
                          <a:cs typeface="Arial"/>
                        </a:rPr>
                        <a:t> visit:</a:t>
                      </a:r>
                    </a:p>
                    <a:p>
                      <a:pPr marL="0" marR="0" indent="0" algn="l" defTabSz="4388900" rtl="0" eaLnBrk="1" fontAlgn="auto" latinLnBrk="0" hangingPunct="1">
                        <a:lnSpc>
                          <a:spcPct val="100000"/>
                        </a:lnSpc>
                        <a:spcBef>
                          <a:spcPts val="0"/>
                        </a:spcBef>
                        <a:spcAft>
                          <a:spcPts val="0"/>
                        </a:spcAft>
                        <a:buClrTx/>
                        <a:buSzTx/>
                        <a:buFontTx/>
                        <a:buNone/>
                        <a:tabLst/>
                        <a:defRPr/>
                      </a:pPr>
                      <a:r>
                        <a:rPr lang="en-US" sz="900" b="1" dirty="0">
                          <a:solidFill>
                            <a:srgbClr val="FFC000"/>
                          </a:solidFill>
                          <a:latin typeface="Arial"/>
                          <a:cs typeface="Arial"/>
                        </a:rPr>
                        <a:t>https://</a:t>
                      </a:r>
                      <a:r>
                        <a:rPr lang="en-US" sz="900" b="1" dirty="0" err="1">
                          <a:solidFill>
                            <a:srgbClr val="FFC000"/>
                          </a:solidFill>
                          <a:latin typeface="Arial"/>
                          <a:cs typeface="Arial"/>
                        </a:rPr>
                        <a:t>www.posterpresentations.com</a:t>
                      </a:r>
                      <a:r>
                        <a:rPr lang="en-US" sz="900" b="1" dirty="0">
                          <a:solidFill>
                            <a:srgbClr val="FFC000"/>
                          </a:solidFill>
                          <a:latin typeface="Arial"/>
                          <a:cs typeface="Arial"/>
                        </a:rPr>
                        <a:t>/</a:t>
                      </a:r>
                      <a:r>
                        <a:rPr lang="en-US" sz="900" b="1" dirty="0" err="1">
                          <a:solidFill>
                            <a:srgbClr val="FFC000"/>
                          </a:solidFill>
                          <a:latin typeface="Arial"/>
                          <a:cs typeface="Arial"/>
                        </a:rPr>
                        <a:t>helpdesk.html</a:t>
                      </a:r>
                      <a:endParaRPr lang="en-US" sz="900" dirty="0">
                        <a:solidFill>
                          <a:schemeClr val="bg1">
                            <a:lumMod val="85000"/>
                          </a:schemeClr>
                        </a:solidFill>
                        <a:latin typeface="Arial"/>
                        <a:cs typeface="Arial"/>
                      </a:endParaRPr>
                    </a:p>
                  </a:txBody>
                  <a:tcPr marL="95264" marR="95264" marT="47632" marB="47632">
                    <a:solidFill>
                      <a:srgbClr val="010101"/>
                    </a:solidFill>
                  </a:tcPr>
                </a:tc>
                <a:tc hMerge="1">
                  <a:txBody>
                    <a:bodyPr/>
                    <a:lstStyle/>
                    <a:p>
                      <a:pPr marL="0" marR="0" indent="0" algn="l" defTabSz="4388900" rtl="0" eaLnBrk="1" fontAlgn="auto" latinLnBrk="0" hangingPunct="1">
                        <a:lnSpc>
                          <a:spcPct val="100000"/>
                        </a:lnSpc>
                        <a:spcBef>
                          <a:spcPts val="0"/>
                        </a:spcBef>
                        <a:spcAft>
                          <a:spcPts val="0"/>
                        </a:spcAft>
                        <a:buClrTx/>
                        <a:buSzTx/>
                        <a:buFontTx/>
                        <a:buNone/>
                        <a:tabLst/>
                        <a:defRPr/>
                      </a:pPr>
                      <a:endParaRPr lang="en-US" sz="900" dirty="0">
                        <a:solidFill>
                          <a:schemeClr val="bg1">
                            <a:lumMod val="85000"/>
                          </a:schemeClr>
                        </a:solidFill>
                        <a:latin typeface="Arial"/>
                        <a:cs typeface="Arial"/>
                      </a:endParaRPr>
                    </a:p>
                  </a:txBody>
                  <a:tcPr marL="95264" marR="95264" marT="47632" marB="47632">
                    <a:solidFill>
                      <a:srgbClr val="010101"/>
                    </a:solidFill>
                  </a:tcPr>
                </a:tc>
                <a:extLst>
                  <a:ext uri="{0D108BD9-81ED-4DB2-BD59-A6C34878D82A}">
                    <a16:rowId xmlns:a16="http://schemas.microsoft.com/office/drawing/2014/main" val="10009"/>
                  </a:ext>
                </a:extLst>
              </a:tr>
            </a:tbl>
          </a:graphicData>
        </a:graphic>
      </p:graphicFrame>
    </p:spTree>
  </p:cSld>
  <p:clrMap bg1="lt1" tx1="dk1" bg2="lt2" tx2="dk2" accent1="accent1" accent2="accent2" accent3="accent3" accent4="accent4" accent5="accent5" accent6="accent6" hlink="hlink" folHlink="folHlink"/>
  <p:sldLayoutIdLst>
    <p:sldLayoutId id="2147483658" r:id="rId1"/>
  </p:sldLayoutIdLst>
  <p:txStyles>
    <p:titleStyle>
      <a:lvl1pPr algn="ctr" defTabSz="2675223" rtl="0" eaLnBrk="1" latinLnBrk="0" hangingPunct="1">
        <a:spcBef>
          <a:spcPct val="0"/>
        </a:spcBef>
        <a:buNone/>
        <a:defRPr sz="5334" kern="1200">
          <a:solidFill>
            <a:schemeClr val="bg1"/>
          </a:solidFill>
          <a:latin typeface="Trebuchet MS" pitchFamily="34" charset="0"/>
          <a:ea typeface="+mj-ea"/>
          <a:cs typeface="+mj-cs"/>
        </a:defRPr>
      </a:lvl1pPr>
    </p:titleStyle>
    <p:bodyStyle>
      <a:lvl1pPr marL="1003209" indent="-1003209" algn="l" defTabSz="2675223" rtl="0" eaLnBrk="1" latinLnBrk="0" hangingPunct="1">
        <a:spcBef>
          <a:spcPct val="20000"/>
        </a:spcBef>
        <a:buFont typeface="Arial" pitchFamily="34" charset="0"/>
        <a:buChar char="•"/>
        <a:defRPr sz="9387" kern="1200">
          <a:solidFill>
            <a:schemeClr val="tx1"/>
          </a:solidFill>
          <a:latin typeface="+mn-lt"/>
          <a:ea typeface="+mn-ea"/>
          <a:cs typeface="+mn-cs"/>
        </a:defRPr>
      </a:lvl1pPr>
      <a:lvl2pPr marL="2173619" indent="-836007" algn="l" defTabSz="2675223" rtl="0" eaLnBrk="1" latinLnBrk="0" hangingPunct="1">
        <a:spcBef>
          <a:spcPct val="20000"/>
        </a:spcBef>
        <a:buFont typeface="Arial" pitchFamily="34" charset="0"/>
        <a:buChar char="–"/>
        <a:defRPr sz="8214" kern="1200">
          <a:solidFill>
            <a:schemeClr val="tx1"/>
          </a:solidFill>
          <a:latin typeface="+mn-lt"/>
          <a:ea typeface="+mn-ea"/>
          <a:cs typeface="+mn-cs"/>
        </a:defRPr>
      </a:lvl2pPr>
      <a:lvl3pPr marL="3344029" indent="-668806" algn="l" defTabSz="2675223" rtl="0" eaLnBrk="1" latinLnBrk="0" hangingPunct="1">
        <a:spcBef>
          <a:spcPct val="20000"/>
        </a:spcBef>
        <a:buFont typeface="Arial" pitchFamily="34" charset="0"/>
        <a:buChar char="•"/>
        <a:defRPr sz="7040" kern="1200">
          <a:solidFill>
            <a:schemeClr val="tx1"/>
          </a:solidFill>
          <a:latin typeface="+mn-lt"/>
          <a:ea typeface="+mn-ea"/>
          <a:cs typeface="+mn-cs"/>
        </a:defRPr>
      </a:lvl3pPr>
      <a:lvl4pPr marL="4681641" indent="-668806" algn="l" defTabSz="2675223" rtl="0" eaLnBrk="1" latinLnBrk="0" hangingPunct="1">
        <a:spcBef>
          <a:spcPct val="20000"/>
        </a:spcBef>
        <a:buFont typeface="Arial" pitchFamily="34" charset="0"/>
        <a:buChar char="–"/>
        <a:defRPr sz="5867" kern="1200">
          <a:solidFill>
            <a:schemeClr val="tx1"/>
          </a:solidFill>
          <a:latin typeface="+mn-lt"/>
          <a:ea typeface="+mn-ea"/>
          <a:cs typeface="+mn-cs"/>
        </a:defRPr>
      </a:lvl4pPr>
      <a:lvl5pPr marL="6019252" indent="-668806" algn="l" defTabSz="2675223" rtl="0" eaLnBrk="1" latinLnBrk="0" hangingPunct="1">
        <a:spcBef>
          <a:spcPct val="20000"/>
        </a:spcBef>
        <a:buFont typeface="Arial" pitchFamily="34" charset="0"/>
        <a:buChar char="»"/>
        <a:defRPr sz="5867" kern="1200">
          <a:solidFill>
            <a:schemeClr val="tx1"/>
          </a:solidFill>
          <a:latin typeface="+mn-lt"/>
          <a:ea typeface="+mn-ea"/>
          <a:cs typeface="+mn-cs"/>
        </a:defRPr>
      </a:lvl5pPr>
      <a:lvl6pPr marL="7356863" indent="-668806" algn="l" defTabSz="2675223" rtl="0" eaLnBrk="1" latinLnBrk="0" hangingPunct="1">
        <a:spcBef>
          <a:spcPct val="20000"/>
        </a:spcBef>
        <a:buFont typeface="Arial" pitchFamily="34" charset="0"/>
        <a:buChar char="•"/>
        <a:defRPr sz="5867" kern="1200">
          <a:solidFill>
            <a:schemeClr val="tx1"/>
          </a:solidFill>
          <a:latin typeface="+mn-lt"/>
          <a:ea typeface="+mn-ea"/>
          <a:cs typeface="+mn-cs"/>
        </a:defRPr>
      </a:lvl6pPr>
      <a:lvl7pPr marL="8694474" indent="-668806" algn="l" defTabSz="2675223" rtl="0" eaLnBrk="1" latinLnBrk="0" hangingPunct="1">
        <a:spcBef>
          <a:spcPct val="20000"/>
        </a:spcBef>
        <a:buFont typeface="Arial" pitchFamily="34" charset="0"/>
        <a:buChar char="•"/>
        <a:defRPr sz="5867" kern="1200">
          <a:solidFill>
            <a:schemeClr val="tx1"/>
          </a:solidFill>
          <a:latin typeface="+mn-lt"/>
          <a:ea typeface="+mn-ea"/>
          <a:cs typeface="+mn-cs"/>
        </a:defRPr>
      </a:lvl7pPr>
      <a:lvl8pPr marL="10032086" indent="-668806" algn="l" defTabSz="2675223" rtl="0" eaLnBrk="1" latinLnBrk="0" hangingPunct="1">
        <a:spcBef>
          <a:spcPct val="20000"/>
        </a:spcBef>
        <a:buFont typeface="Arial" pitchFamily="34" charset="0"/>
        <a:buChar char="•"/>
        <a:defRPr sz="5867" kern="1200">
          <a:solidFill>
            <a:schemeClr val="tx1"/>
          </a:solidFill>
          <a:latin typeface="+mn-lt"/>
          <a:ea typeface="+mn-ea"/>
          <a:cs typeface="+mn-cs"/>
        </a:defRPr>
      </a:lvl8pPr>
      <a:lvl9pPr marL="11369697" indent="-668806" algn="l" defTabSz="2675223" rtl="0" eaLnBrk="1" latinLnBrk="0" hangingPunct="1">
        <a:spcBef>
          <a:spcPct val="20000"/>
        </a:spcBef>
        <a:buFont typeface="Arial" pitchFamily="34" charset="0"/>
        <a:buChar char="•"/>
        <a:defRPr sz="5867" kern="1200">
          <a:solidFill>
            <a:schemeClr val="tx1"/>
          </a:solidFill>
          <a:latin typeface="+mn-lt"/>
          <a:ea typeface="+mn-ea"/>
          <a:cs typeface="+mn-cs"/>
        </a:defRPr>
      </a:lvl9pPr>
    </p:bodyStyle>
    <p:otherStyle>
      <a:defPPr>
        <a:defRPr lang="en-US"/>
      </a:defPPr>
      <a:lvl1pPr marL="0" algn="l" defTabSz="2675223" rtl="0" eaLnBrk="1" latinLnBrk="0" hangingPunct="1">
        <a:defRPr sz="5227" kern="1200">
          <a:solidFill>
            <a:schemeClr val="tx1"/>
          </a:solidFill>
          <a:latin typeface="+mn-lt"/>
          <a:ea typeface="+mn-ea"/>
          <a:cs typeface="+mn-cs"/>
        </a:defRPr>
      </a:lvl1pPr>
      <a:lvl2pPr marL="1337612" algn="l" defTabSz="2675223" rtl="0" eaLnBrk="1" latinLnBrk="0" hangingPunct="1">
        <a:defRPr sz="5227" kern="1200">
          <a:solidFill>
            <a:schemeClr val="tx1"/>
          </a:solidFill>
          <a:latin typeface="+mn-lt"/>
          <a:ea typeface="+mn-ea"/>
          <a:cs typeface="+mn-cs"/>
        </a:defRPr>
      </a:lvl2pPr>
      <a:lvl3pPr marL="2675223" algn="l" defTabSz="2675223" rtl="0" eaLnBrk="1" latinLnBrk="0" hangingPunct="1">
        <a:defRPr sz="5227" kern="1200">
          <a:solidFill>
            <a:schemeClr val="tx1"/>
          </a:solidFill>
          <a:latin typeface="+mn-lt"/>
          <a:ea typeface="+mn-ea"/>
          <a:cs typeface="+mn-cs"/>
        </a:defRPr>
      </a:lvl3pPr>
      <a:lvl4pPr marL="4012835" algn="l" defTabSz="2675223" rtl="0" eaLnBrk="1" latinLnBrk="0" hangingPunct="1">
        <a:defRPr sz="5227" kern="1200">
          <a:solidFill>
            <a:schemeClr val="tx1"/>
          </a:solidFill>
          <a:latin typeface="+mn-lt"/>
          <a:ea typeface="+mn-ea"/>
          <a:cs typeface="+mn-cs"/>
        </a:defRPr>
      </a:lvl4pPr>
      <a:lvl5pPr marL="5350446" algn="l" defTabSz="2675223" rtl="0" eaLnBrk="1" latinLnBrk="0" hangingPunct="1">
        <a:defRPr sz="5227" kern="1200">
          <a:solidFill>
            <a:schemeClr val="tx1"/>
          </a:solidFill>
          <a:latin typeface="+mn-lt"/>
          <a:ea typeface="+mn-ea"/>
          <a:cs typeface="+mn-cs"/>
        </a:defRPr>
      </a:lvl5pPr>
      <a:lvl6pPr marL="6688058" algn="l" defTabSz="2675223" rtl="0" eaLnBrk="1" latinLnBrk="0" hangingPunct="1">
        <a:defRPr sz="5227" kern="1200">
          <a:solidFill>
            <a:schemeClr val="tx1"/>
          </a:solidFill>
          <a:latin typeface="+mn-lt"/>
          <a:ea typeface="+mn-ea"/>
          <a:cs typeface="+mn-cs"/>
        </a:defRPr>
      </a:lvl6pPr>
      <a:lvl7pPr marL="8025669" algn="l" defTabSz="2675223" rtl="0" eaLnBrk="1" latinLnBrk="0" hangingPunct="1">
        <a:defRPr sz="5227" kern="1200">
          <a:solidFill>
            <a:schemeClr val="tx1"/>
          </a:solidFill>
          <a:latin typeface="+mn-lt"/>
          <a:ea typeface="+mn-ea"/>
          <a:cs typeface="+mn-cs"/>
        </a:defRPr>
      </a:lvl7pPr>
      <a:lvl8pPr marL="9363280" algn="l" defTabSz="2675223" rtl="0" eaLnBrk="1" latinLnBrk="0" hangingPunct="1">
        <a:defRPr sz="5227" kern="1200">
          <a:solidFill>
            <a:schemeClr val="tx1"/>
          </a:solidFill>
          <a:latin typeface="+mn-lt"/>
          <a:ea typeface="+mn-ea"/>
          <a:cs typeface="+mn-cs"/>
        </a:defRPr>
      </a:lvl8pPr>
      <a:lvl9pPr marL="10700892" algn="l" defTabSz="2675223" rtl="0" eaLnBrk="1" latinLnBrk="0" hangingPunct="1">
        <a:defRPr sz="5227"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C653DFC0-C8CC-4048-8C0E-EB7A9A197D43}"/>
              </a:ext>
            </a:extLst>
          </p:cNvPr>
          <p:cNvGrpSpPr/>
          <p:nvPr userDrawn="1"/>
        </p:nvGrpSpPr>
        <p:grpSpPr>
          <a:xfrm>
            <a:off x="-86402" y="-57150"/>
            <a:ext cx="29433603" cy="16573500"/>
            <a:chOff x="-81002" y="-57150"/>
            <a:chExt cx="27594003" cy="16573500"/>
          </a:xfrm>
        </p:grpSpPr>
        <p:sp>
          <p:nvSpPr>
            <p:cNvPr id="10" name="Text Box 14">
              <a:extLst>
                <a:ext uri="{FF2B5EF4-FFF2-40B4-BE49-F238E27FC236}">
                  <a16:creationId xmlns:a16="http://schemas.microsoft.com/office/drawing/2014/main" id="{F703386D-7CF5-C24D-BCA4-7EA8DDB033FA}"/>
                </a:ext>
              </a:extLst>
            </p:cNvPr>
            <p:cNvSpPr txBox="1">
              <a:spLocks noChangeArrowheads="1"/>
            </p:cNvSpPr>
            <p:nvPr userDrawn="1"/>
          </p:nvSpPr>
          <p:spPr bwMode="auto">
            <a:xfrm>
              <a:off x="918370" y="16156940"/>
              <a:ext cx="1571625" cy="200575"/>
            </a:xfrm>
            <a:prstGeom prst="rect">
              <a:avLst/>
            </a:prstGeom>
            <a:noFill/>
            <a:ln w="9525">
              <a:noFill/>
              <a:miter lim="800000"/>
              <a:headEnd/>
              <a:tailEnd/>
            </a:ln>
            <a:effectLst/>
          </p:spPr>
          <p:txBody>
            <a:bodyPr lIns="52150" tIns="26070" rIns="52150" bIns="26070">
              <a:spAutoFit/>
            </a:bodyPr>
            <a:lstStyle/>
            <a:p>
              <a:pPr eaLnBrk="0" hangingPunct="0">
                <a:lnSpc>
                  <a:spcPct val="65000"/>
                </a:lnSpc>
                <a:spcBef>
                  <a:spcPct val="50000"/>
                </a:spcBef>
                <a:defRPr/>
              </a:pPr>
              <a:r>
                <a:rPr lang="en-US" sz="320" b="1" dirty="0">
                  <a:solidFill>
                    <a:schemeClr val="bg1">
                      <a:lumMod val="75000"/>
                    </a:schemeClr>
                  </a:solidFill>
                  <a:latin typeface="Arial" charset="0"/>
                </a:rPr>
                <a:t>RESEARCH POSTER PRESENTATION DESIGN © 2012</a:t>
              </a:r>
            </a:p>
            <a:p>
              <a:pPr eaLnBrk="0" hangingPunct="0">
                <a:lnSpc>
                  <a:spcPct val="65000"/>
                </a:lnSpc>
                <a:spcBef>
                  <a:spcPct val="50000"/>
                </a:spcBef>
                <a:defRPr/>
              </a:pPr>
              <a:r>
                <a:rPr lang="en-US" sz="640" b="1" dirty="0">
                  <a:solidFill>
                    <a:schemeClr val="bg1">
                      <a:lumMod val="75000"/>
                    </a:schemeClr>
                  </a:solidFill>
                  <a:latin typeface="Arial" charset="0"/>
                </a:rPr>
                <a:t>www.PosterPresentations.com</a:t>
              </a:r>
            </a:p>
          </p:txBody>
        </p:sp>
        <p:sp>
          <p:nvSpPr>
            <p:cNvPr id="11" name="Freeform 10">
              <a:extLst>
                <a:ext uri="{FF2B5EF4-FFF2-40B4-BE49-F238E27FC236}">
                  <a16:creationId xmlns:a16="http://schemas.microsoft.com/office/drawing/2014/main" id="{8884A6D1-9E34-AB48-80E7-685F32A4596E}"/>
                </a:ext>
              </a:extLst>
            </p:cNvPr>
            <p:cNvSpPr/>
            <p:nvPr userDrawn="1"/>
          </p:nvSpPr>
          <p:spPr>
            <a:xfrm>
              <a:off x="-36170" y="-48064"/>
              <a:ext cx="27549171" cy="16564414"/>
            </a:xfrm>
            <a:custGeom>
              <a:avLst/>
              <a:gdLst>
                <a:gd name="connsiteX0" fmla="*/ 0 w 44005500"/>
                <a:gd name="connsiteY0" fmla="*/ 0 h 32956500"/>
                <a:gd name="connsiteX1" fmla="*/ 44005500 w 44005500"/>
                <a:gd name="connsiteY1" fmla="*/ 32956500 h 32956500"/>
                <a:gd name="connsiteX2" fmla="*/ 38100 w 44005500"/>
                <a:gd name="connsiteY2" fmla="*/ 32918400 h 32956500"/>
                <a:gd name="connsiteX3" fmla="*/ 0 w 44005500"/>
                <a:gd name="connsiteY3" fmla="*/ 0 h 32956500"/>
              </a:gdLst>
              <a:ahLst/>
              <a:cxnLst>
                <a:cxn ang="0">
                  <a:pos x="connsiteX0" y="connsiteY0"/>
                </a:cxn>
                <a:cxn ang="0">
                  <a:pos x="connsiteX1" y="connsiteY1"/>
                </a:cxn>
                <a:cxn ang="0">
                  <a:pos x="connsiteX2" y="connsiteY2"/>
                </a:cxn>
                <a:cxn ang="0">
                  <a:pos x="connsiteX3" y="connsiteY3"/>
                </a:cxn>
              </a:cxnLst>
              <a:rect l="l" t="t" r="r" b="b"/>
              <a:pathLst>
                <a:path w="44005500" h="32956500">
                  <a:moveTo>
                    <a:pt x="0" y="0"/>
                  </a:moveTo>
                  <a:lnTo>
                    <a:pt x="44005500" y="32956500"/>
                  </a:lnTo>
                  <a:lnTo>
                    <a:pt x="38100" y="32918400"/>
                  </a:lnTo>
                  <a:lnTo>
                    <a:pt x="0" y="0"/>
                  </a:lnTo>
                  <a:close/>
                </a:path>
              </a:pathLst>
            </a:custGeom>
            <a:gradFill>
              <a:gsLst>
                <a:gs pos="79000">
                  <a:schemeClr val="accent1">
                    <a:lumMod val="40000"/>
                    <a:lumOff val="60000"/>
                  </a:schemeClr>
                </a:gs>
                <a:gs pos="13000">
                  <a:schemeClr val="accent1">
                    <a:lumMod val="30000"/>
                    <a:lumOff val="7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227" dirty="0"/>
            </a:p>
          </p:txBody>
        </p:sp>
        <p:sp>
          <p:nvSpPr>
            <p:cNvPr id="12" name="Freeform 11">
              <a:extLst>
                <a:ext uri="{FF2B5EF4-FFF2-40B4-BE49-F238E27FC236}">
                  <a16:creationId xmlns:a16="http://schemas.microsoft.com/office/drawing/2014/main" id="{B7DA1284-3D64-6543-AE5B-C9E97C9C40D1}"/>
                </a:ext>
              </a:extLst>
            </p:cNvPr>
            <p:cNvSpPr/>
            <p:nvPr userDrawn="1"/>
          </p:nvSpPr>
          <p:spPr>
            <a:xfrm flipH="1" flipV="1">
              <a:off x="-36170" y="-48064"/>
              <a:ext cx="27549169" cy="16555891"/>
            </a:xfrm>
            <a:custGeom>
              <a:avLst/>
              <a:gdLst>
                <a:gd name="connsiteX0" fmla="*/ 0 w 44005500"/>
                <a:gd name="connsiteY0" fmla="*/ 0 h 32956500"/>
                <a:gd name="connsiteX1" fmla="*/ 44005500 w 44005500"/>
                <a:gd name="connsiteY1" fmla="*/ 32956500 h 32956500"/>
                <a:gd name="connsiteX2" fmla="*/ 38100 w 44005500"/>
                <a:gd name="connsiteY2" fmla="*/ 32918400 h 32956500"/>
                <a:gd name="connsiteX3" fmla="*/ 0 w 44005500"/>
                <a:gd name="connsiteY3" fmla="*/ 0 h 32956500"/>
              </a:gdLst>
              <a:ahLst/>
              <a:cxnLst>
                <a:cxn ang="0">
                  <a:pos x="connsiteX0" y="connsiteY0"/>
                </a:cxn>
                <a:cxn ang="0">
                  <a:pos x="connsiteX1" y="connsiteY1"/>
                </a:cxn>
                <a:cxn ang="0">
                  <a:pos x="connsiteX2" y="connsiteY2"/>
                </a:cxn>
                <a:cxn ang="0">
                  <a:pos x="connsiteX3" y="connsiteY3"/>
                </a:cxn>
              </a:cxnLst>
              <a:rect l="l" t="t" r="r" b="b"/>
              <a:pathLst>
                <a:path w="44005500" h="32956500">
                  <a:moveTo>
                    <a:pt x="0" y="0"/>
                  </a:moveTo>
                  <a:lnTo>
                    <a:pt x="44005500" y="32956500"/>
                  </a:lnTo>
                  <a:lnTo>
                    <a:pt x="38100" y="32918400"/>
                  </a:lnTo>
                  <a:lnTo>
                    <a:pt x="0" y="0"/>
                  </a:lnTo>
                  <a:close/>
                </a:path>
              </a:pathLst>
            </a:custGeom>
            <a:gradFill>
              <a:gsLst>
                <a:gs pos="41000">
                  <a:schemeClr val="bg2"/>
                </a:gs>
                <a:gs pos="100000">
                  <a:schemeClr val="accent1">
                    <a:lumMod val="30000"/>
                    <a:lumOff val="7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227"/>
            </a:p>
          </p:txBody>
        </p:sp>
        <p:sp>
          <p:nvSpPr>
            <p:cNvPr id="13" name="Freeform 12">
              <a:extLst>
                <a:ext uri="{FF2B5EF4-FFF2-40B4-BE49-F238E27FC236}">
                  <a16:creationId xmlns:a16="http://schemas.microsoft.com/office/drawing/2014/main" id="{C0740610-C765-4141-9A13-24069536161F}"/>
                </a:ext>
              </a:extLst>
            </p:cNvPr>
            <p:cNvSpPr/>
            <p:nvPr userDrawn="1"/>
          </p:nvSpPr>
          <p:spPr>
            <a:xfrm>
              <a:off x="-81002" y="-57150"/>
              <a:ext cx="27594003" cy="16573500"/>
            </a:xfrm>
            <a:custGeom>
              <a:avLst/>
              <a:gdLst>
                <a:gd name="connsiteX0" fmla="*/ 36576 w 39026592"/>
                <a:gd name="connsiteY0" fmla="*/ 0 h 30614112"/>
                <a:gd name="connsiteX1" fmla="*/ 15837408 w 39026592"/>
                <a:gd name="connsiteY1" fmla="*/ 30614112 h 30614112"/>
                <a:gd name="connsiteX2" fmla="*/ 39026592 w 39026592"/>
                <a:gd name="connsiteY2" fmla="*/ 13350240 h 30614112"/>
                <a:gd name="connsiteX3" fmla="*/ 0 w 39026592"/>
                <a:gd name="connsiteY3" fmla="*/ 73152 h 30614112"/>
                <a:gd name="connsiteX4" fmla="*/ 109728 w 39026592"/>
                <a:gd name="connsiteY4" fmla="*/ 146304 h 306141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026592" h="30614112">
                  <a:moveTo>
                    <a:pt x="36576" y="0"/>
                  </a:moveTo>
                  <a:lnTo>
                    <a:pt x="15837408" y="30614112"/>
                  </a:lnTo>
                  <a:lnTo>
                    <a:pt x="39026592" y="13350240"/>
                  </a:lnTo>
                  <a:lnTo>
                    <a:pt x="0" y="73152"/>
                  </a:lnTo>
                  <a:lnTo>
                    <a:pt x="109728" y="146304"/>
                  </a:lnTo>
                </a:path>
              </a:pathLst>
            </a:custGeom>
            <a:gradFill flip="none" rotWithShape="1">
              <a:gsLst>
                <a:gs pos="0">
                  <a:schemeClr val="bg1"/>
                </a:gs>
                <a:gs pos="76000">
                  <a:schemeClr val="accent1">
                    <a:lumMod val="30000"/>
                    <a:lumOff val="70000"/>
                    <a:alpha val="0"/>
                  </a:schemeClr>
                </a:gs>
              </a:gsLst>
              <a:path path="rect">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227"/>
            </a:p>
          </p:txBody>
        </p:sp>
        <p:sp>
          <p:nvSpPr>
            <p:cNvPr id="14" name="Text Box 14">
              <a:extLst>
                <a:ext uri="{FF2B5EF4-FFF2-40B4-BE49-F238E27FC236}">
                  <a16:creationId xmlns:a16="http://schemas.microsoft.com/office/drawing/2014/main" id="{05975483-D81A-564B-AFF2-97B19CA70837}"/>
                </a:ext>
              </a:extLst>
            </p:cNvPr>
            <p:cNvSpPr txBox="1">
              <a:spLocks noChangeArrowheads="1"/>
            </p:cNvSpPr>
            <p:nvPr userDrawn="1"/>
          </p:nvSpPr>
          <p:spPr bwMode="auto">
            <a:xfrm>
              <a:off x="918368" y="15962954"/>
              <a:ext cx="1571625" cy="211282"/>
            </a:xfrm>
            <a:prstGeom prst="rect">
              <a:avLst/>
            </a:prstGeom>
            <a:noFill/>
            <a:ln w="9525">
              <a:noFill/>
              <a:miter lim="800000"/>
              <a:headEnd/>
              <a:tailEnd/>
            </a:ln>
            <a:effectLst/>
          </p:spPr>
          <p:txBody>
            <a:bodyPr lIns="52150" tIns="26070" rIns="52150" bIns="26070">
              <a:spAutoFit/>
            </a:bodyPr>
            <a:lstStyle/>
            <a:p>
              <a:pPr eaLnBrk="0" hangingPunct="0">
                <a:lnSpc>
                  <a:spcPct val="65000"/>
                </a:lnSpc>
                <a:spcBef>
                  <a:spcPct val="50000"/>
                </a:spcBef>
                <a:defRPr/>
              </a:pPr>
              <a:r>
                <a:rPr lang="en-US" sz="427" b="1" dirty="0">
                  <a:solidFill>
                    <a:schemeClr val="bg1">
                      <a:lumMod val="75000"/>
                    </a:schemeClr>
                  </a:solidFill>
                  <a:latin typeface="Arial" charset="0"/>
                </a:rPr>
                <a:t>RESEARCH POSTER PRESENTATION DESIGN © 2019</a:t>
              </a:r>
            </a:p>
            <a:p>
              <a:pPr eaLnBrk="0" hangingPunct="0">
                <a:lnSpc>
                  <a:spcPct val="65000"/>
                </a:lnSpc>
                <a:spcBef>
                  <a:spcPct val="50000"/>
                </a:spcBef>
                <a:defRPr/>
              </a:pPr>
              <a:r>
                <a:rPr lang="en-US" sz="640" b="1" dirty="0">
                  <a:solidFill>
                    <a:schemeClr val="bg1">
                      <a:lumMod val="75000"/>
                    </a:schemeClr>
                  </a:solidFill>
                  <a:latin typeface="Arial" charset="0"/>
                </a:rPr>
                <a:t>www.PosterPresentations.com</a:t>
              </a:r>
            </a:p>
          </p:txBody>
        </p:sp>
      </p:grpSp>
      <p:graphicFrame>
        <p:nvGraphicFramePr>
          <p:cNvPr id="16" name="Table 15">
            <a:extLst>
              <a:ext uri="{FF2B5EF4-FFF2-40B4-BE49-F238E27FC236}">
                <a16:creationId xmlns:a16="http://schemas.microsoft.com/office/drawing/2014/main" id="{B96F4CE7-2880-854F-B2DB-E5D982EFC9C3}"/>
              </a:ext>
            </a:extLst>
          </p:cNvPr>
          <p:cNvGraphicFramePr>
            <a:graphicFrameLocks noGrp="1"/>
          </p:cNvGraphicFramePr>
          <p:nvPr userDrawn="1">
            <p:extLst>
              <p:ext uri="{D42A27DB-BD31-4B8C-83A1-F6EECF244321}">
                <p14:modId xmlns:p14="http://schemas.microsoft.com/office/powerpoint/2010/main" val="1023419766"/>
              </p:ext>
            </p:extLst>
          </p:nvPr>
        </p:nvGraphicFramePr>
        <p:xfrm>
          <a:off x="-5980711" y="48126"/>
          <a:ext cx="5621803" cy="16470768"/>
        </p:xfrm>
        <a:graphic>
          <a:graphicData uri="http://schemas.openxmlformats.org/drawingml/2006/table">
            <a:tbl>
              <a:tblPr firstRow="1" bandRow="1">
                <a:tableStyleId>{5C22544A-7EE6-4342-B048-85BDC9FD1C3A}</a:tableStyleId>
              </a:tblPr>
              <a:tblGrid>
                <a:gridCol w="2410585">
                  <a:extLst>
                    <a:ext uri="{9D8B030D-6E8A-4147-A177-3AD203B41FA5}">
                      <a16:colId xmlns:a16="http://schemas.microsoft.com/office/drawing/2014/main" val="20000"/>
                    </a:ext>
                  </a:extLst>
                </a:gridCol>
                <a:gridCol w="3211218">
                  <a:extLst>
                    <a:ext uri="{9D8B030D-6E8A-4147-A177-3AD203B41FA5}">
                      <a16:colId xmlns:a16="http://schemas.microsoft.com/office/drawing/2014/main" val="20001"/>
                    </a:ext>
                  </a:extLst>
                </a:gridCol>
              </a:tblGrid>
              <a:tr h="668723">
                <a:tc gridSpan="2">
                  <a:txBody>
                    <a:bodyPr/>
                    <a:lstStyle/>
                    <a:p>
                      <a:pPr marL="0" marR="0" indent="0" algn="ctr" defTabSz="4388900" rtl="0" eaLnBrk="1" fontAlgn="auto" latinLnBrk="0" hangingPunct="1">
                        <a:lnSpc>
                          <a:spcPct val="100000"/>
                        </a:lnSpc>
                        <a:spcBef>
                          <a:spcPts val="0"/>
                        </a:spcBef>
                        <a:spcAft>
                          <a:spcPts val="0"/>
                        </a:spcAft>
                        <a:buClrTx/>
                        <a:buSzTx/>
                        <a:buFontTx/>
                        <a:buNone/>
                        <a:tabLst/>
                        <a:defRPr/>
                      </a:pPr>
                      <a:r>
                        <a:rPr lang="en-US" sz="1900" b="0" spc="600" dirty="0">
                          <a:solidFill>
                            <a:srgbClr val="1F3A4E"/>
                          </a:solidFill>
                          <a:latin typeface="Arial Black" panose="020B0A04020102020204" pitchFamily="34" charset="0"/>
                        </a:rPr>
                        <a:t>QUICK START GUIDE</a:t>
                      </a:r>
                      <a:br>
                        <a:rPr lang="en-US" sz="1900" b="0" spc="600" dirty="0">
                          <a:solidFill>
                            <a:srgbClr val="1F3A4E"/>
                          </a:solidFill>
                          <a:latin typeface="Arial Black" panose="020B0A04020102020204" pitchFamily="34" charset="0"/>
                        </a:rPr>
                      </a:br>
                      <a:r>
                        <a:rPr lang="en-US" sz="1400" b="1" spc="0" dirty="0">
                          <a:solidFill>
                            <a:srgbClr val="FF0000"/>
                          </a:solidFill>
                          <a:latin typeface="Trebuchet MS" pitchFamily="34" charset="0"/>
                        </a:rPr>
                        <a:t>(THIS SIDEBAR WILL NOT PRINT)</a:t>
                      </a:r>
                      <a:endParaRPr lang="en-US" sz="1900" b="1" spc="600" dirty="0">
                        <a:solidFill>
                          <a:schemeClr val="bg1"/>
                        </a:solidFill>
                        <a:latin typeface="Trebuchet MS" pitchFamily="34" charset="0"/>
                      </a:endParaRPr>
                    </a:p>
                  </a:txBody>
                  <a:tcPr marL="71080" marR="71080" marT="35540" marB="35540">
                    <a:solidFill>
                      <a:srgbClr val="FFC000"/>
                    </a:solidFill>
                  </a:tcPr>
                </a:tc>
                <a:tc hMerge="1">
                  <a:txBody>
                    <a:bodyPr/>
                    <a:lstStyle/>
                    <a:p>
                      <a:endParaRPr lang="en-US" dirty="0"/>
                    </a:p>
                  </a:txBody>
                  <a:tcPr/>
                </a:tc>
                <a:extLst>
                  <a:ext uri="{0D108BD9-81ED-4DB2-BD59-A6C34878D82A}">
                    <a16:rowId xmlns:a16="http://schemas.microsoft.com/office/drawing/2014/main" val="10000"/>
                  </a:ext>
                </a:extLst>
              </a:tr>
              <a:tr h="2116496">
                <a:tc gridSpan="2">
                  <a:txBody>
                    <a:bodyPr/>
                    <a:lstStyle/>
                    <a:p>
                      <a:pPr defTabSz="3765639"/>
                      <a:r>
                        <a:rPr lang="en-US" sz="1000" i="0" dirty="0">
                          <a:solidFill>
                            <a:srgbClr val="D9D9D9"/>
                          </a:solidFill>
                          <a:latin typeface="Arial"/>
                          <a:cs typeface="Arial"/>
                        </a:rPr>
                        <a:t>This PowerPoint template produces a </a:t>
                      </a:r>
                      <a:r>
                        <a:rPr lang="en-US" sz="1200" i="0" dirty="0">
                          <a:solidFill>
                            <a:srgbClr val="FFC000"/>
                          </a:solidFill>
                          <a:latin typeface="Arial"/>
                          <a:cs typeface="Arial"/>
                        </a:rPr>
                        <a:t>wide screen size (16:9 Ratio) virtual </a:t>
                      </a:r>
                      <a:r>
                        <a:rPr lang="en-US" sz="1000" i="0" dirty="0">
                          <a:solidFill>
                            <a:srgbClr val="D9D9D9"/>
                          </a:solidFill>
                          <a:latin typeface="Arial"/>
                          <a:cs typeface="Arial"/>
                        </a:rPr>
                        <a:t>presentation poster. You can use it to create your research poster by placing your title, subtitle, text, tables, charts and photos. </a:t>
                      </a:r>
                    </a:p>
                    <a:p>
                      <a:pPr defTabSz="3765639"/>
                      <a:endParaRPr lang="en-US" sz="1000" i="0" dirty="0">
                        <a:solidFill>
                          <a:srgbClr val="D9D9D9"/>
                        </a:solidFill>
                        <a:latin typeface="Arial"/>
                        <a:cs typeface="Arial"/>
                      </a:endParaRPr>
                    </a:p>
                    <a:p>
                      <a:pPr defTabSz="3765639"/>
                      <a:r>
                        <a:rPr lang="en-US" sz="1000" i="0" dirty="0">
                          <a:solidFill>
                            <a:srgbClr val="D9D9D9"/>
                          </a:solidFill>
                          <a:latin typeface="Arial"/>
                          <a:cs typeface="Arial"/>
                        </a:rPr>
                        <a:t>We provide a series of online tutorials that will guide you through the poster design process and answer your poster production questions. For complete template tutorials, go online to </a:t>
                      </a:r>
                      <a:r>
                        <a:rPr lang="en-US" sz="1000" i="0" dirty="0" err="1">
                          <a:solidFill>
                            <a:srgbClr val="FFC000"/>
                          </a:solidFill>
                          <a:latin typeface="Arial"/>
                          <a:cs typeface="Arial"/>
                        </a:rPr>
                        <a:t>PosterPresentations.com</a:t>
                      </a:r>
                      <a:r>
                        <a:rPr lang="en-US" sz="1000" i="0" dirty="0">
                          <a:solidFill>
                            <a:srgbClr val="D9D9D9"/>
                          </a:solidFill>
                          <a:latin typeface="Arial"/>
                          <a:cs typeface="Arial"/>
                        </a:rPr>
                        <a:t> and click on the  </a:t>
                      </a:r>
                      <a:r>
                        <a:rPr lang="en-US" sz="1000" i="0" dirty="0">
                          <a:solidFill>
                            <a:srgbClr val="FFC000"/>
                          </a:solidFill>
                          <a:latin typeface="Arial"/>
                          <a:cs typeface="Arial"/>
                        </a:rPr>
                        <a:t>HELP DESK</a:t>
                      </a:r>
                      <a:r>
                        <a:rPr lang="en-US" sz="1000" i="0" baseline="0" dirty="0">
                          <a:solidFill>
                            <a:srgbClr val="D9D9D9"/>
                          </a:solidFill>
                          <a:latin typeface="Arial"/>
                          <a:cs typeface="Arial"/>
                        </a:rPr>
                        <a:t> </a:t>
                      </a:r>
                      <a:r>
                        <a:rPr lang="en-US" sz="1000" i="0" dirty="0">
                          <a:solidFill>
                            <a:srgbClr val="D9D9D9"/>
                          </a:solidFill>
                          <a:latin typeface="Arial"/>
                          <a:cs typeface="Arial"/>
                        </a:rPr>
                        <a:t>tab.</a:t>
                      </a:r>
                    </a:p>
                    <a:p>
                      <a:pPr defTabSz="3765639"/>
                      <a:endParaRPr lang="en-US" sz="1000" i="0" dirty="0">
                        <a:solidFill>
                          <a:srgbClr val="D9D9D9"/>
                        </a:solidFill>
                        <a:latin typeface="Arial"/>
                        <a:cs typeface="Arial"/>
                      </a:endParaRPr>
                    </a:p>
                    <a:p>
                      <a:pPr defTabSz="3765639"/>
                      <a:r>
                        <a:rPr lang="en-US" sz="1000" i="0" dirty="0">
                          <a:solidFill>
                            <a:srgbClr val="D9D9D9"/>
                          </a:solidFill>
                          <a:latin typeface="Arial"/>
                          <a:cs typeface="Arial"/>
                        </a:rPr>
                        <a:t>To print your poster using our same-day professional printing service, go online to </a:t>
                      </a:r>
                      <a:r>
                        <a:rPr lang="en-US" sz="1000" i="0" dirty="0" err="1">
                          <a:solidFill>
                            <a:srgbClr val="FFC000"/>
                          </a:solidFill>
                          <a:latin typeface="Arial"/>
                          <a:cs typeface="Arial"/>
                        </a:rPr>
                        <a:t>PosterPresentations.com</a:t>
                      </a:r>
                      <a:r>
                        <a:rPr lang="en-US" sz="1000" i="0" dirty="0">
                          <a:solidFill>
                            <a:srgbClr val="D9D9D9"/>
                          </a:solidFill>
                          <a:latin typeface="Arial"/>
                          <a:cs typeface="Arial"/>
                        </a:rPr>
                        <a:t> and click on "</a:t>
                      </a:r>
                      <a:r>
                        <a:rPr lang="en-US" sz="1000" i="0" dirty="0">
                          <a:solidFill>
                            <a:srgbClr val="FFC000"/>
                          </a:solidFill>
                          <a:latin typeface="Arial"/>
                          <a:cs typeface="Arial"/>
                        </a:rPr>
                        <a:t>Order your poster</a:t>
                      </a:r>
                      <a:r>
                        <a:rPr lang="en-US" sz="1000" i="0" dirty="0">
                          <a:solidFill>
                            <a:srgbClr val="D9D9D9"/>
                          </a:solidFill>
                          <a:latin typeface="Arial"/>
                          <a:cs typeface="Arial"/>
                        </a:rPr>
                        <a:t>".</a:t>
                      </a:r>
                      <a:endParaRPr lang="en-US" sz="1000" b="1" dirty="0">
                        <a:solidFill>
                          <a:srgbClr val="D9D9D9"/>
                        </a:solidFill>
                        <a:latin typeface="Arial"/>
                        <a:cs typeface="Arial"/>
                      </a:endParaRPr>
                    </a:p>
                  </a:txBody>
                  <a:tcPr marL="71080" marR="71080" marT="35540" marB="35540">
                    <a:solidFill>
                      <a:srgbClr val="010101"/>
                    </a:solidFill>
                  </a:tcPr>
                </a:tc>
                <a:tc hMerge="1">
                  <a:txBody>
                    <a:bodyPr/>
                    <a:lstStyle/>
                    <a:p>
                      <a:pPr marL="0" indent="0" algn="l" defTabSz="114300"/>
                      <a:endParaRPr lang="en-US" sz="2400" b="0" baseline="0" dirty="0">
                        <a:solidFill>
                          <a:srgbClr val="FFC000"/>
                        </a:solidFill>
                        <a:latin typeface="Arial" panose="020B0604020202020204" pitchFamily="34" charset="0"/>
                        <a:cs typeface="Arial" panose="020B0604020202020204" pitchFamily="34" charset="0"/>
                      </a:endParaRPr>
                    </a:p>
                  </a:txBody>
                  <a:tcPr>
                    <a:solidFill>
                      <a:schemeClr val="tx1">
                        <a:lumMod val="95000"/>
                        <a:lumOff val="5000"/>
                      </a:schemeClr>
                    </a:solidFill>
                  </a:tcPr>
                </a:tc>
                <a:extLst>
                  <a:ext uri="{0D108BD9-81ED-4DB2-BD59-A6C34878D82A}">
                    <a16:rowId xmlns:a16="http://schemas.microsoft.com/office/drawing/2014/main" val="677555919"/>
                  </a:ext>
                </a:extLst>
              </a:tr>
              <a:tr h="2300540">
                <a:tc>
                  <a:txBody>
                    <a:bodyPr/>
                    <a:lstStyle/>
                    <a:p>
                      <a:pPr algn="ctr"/>
                      <a:endParaRPr lang="en-US" sz="1200" dirty="0">
                        <a:solidFill>
                          <a:srgbClr val="1F3A4E"/>
                        </a:solidFill>
                      </a:endParaRPr>
                    </a:p>
                    <a:p>
                      <a:pPr marL="0" marR="0" indent="0" algn="ctr" defTabSz="5015886" rtl="0" eaLnBrk="1" fontAlgn="auto" latinLnBrk="0" hangingPunct="1">
                        <a:lnSpc>
                          <a:spcPct val="100000"/>
                        </a:lnSpc>
                        <a:spcBef>
                          <a:spcPts val="0"/>
                        </a:spcBef>
                        <a:spcAft>
                          <a:spcPts val="0"/>
                        </a:spcAft>
                        <a:buClrTx/>
                        <a:buSzTx/>
                        <a:buFontTx/>
                        <a:buNone/>
                        <a:tabLst/>
                        <a:defRPr/>
                      </a:pPr>
                      <a:r>
                        <a:rPr lang="en-US" sz="1200" dirty="0">
                          <a:solidFill>
                            <a:schemeClr val="bg1"/>
                          </a:solidFill>
                          <a:latin typeface="Arial" panose="020B0604020202020204" pitchFamily="34" charset="0"/>
                          <a:cs typeface="Arial" panose="020B0604020202020204" pitchFamily="34" charset="0"/>
                        </a:rPr>
                        <a:t>This is a template for a </a:t>
                      </a:r>
                    </a:p>
                    <a:p>
                      <a:pPr algn="ctr"/>
                      <a:r>
                        <a:rPr lang="en-US" sz="1200" dirty="0">
                          <a:solidFill>
                            <a:schemeClr val="bg1"/>
                          </a:solidFill>
                          <a:latin typeface="Arial" panose="020B0604020202020204" pitchFamily="34" charset="0"/>
                          <a:cs typeface="Arial" panose="020B0604020202020204" pitchFamily="34" charset="0"/>
                        </a:rPr>
                        <a:t>presentation poster</a:t>
                      </a:r>
                      <a:br>
                        <a:rPr lang="en-US" sz="1200" dirty="0">
                          <a:solidFill>
                            <a:schemeClr val="bg1"/>
                          </a:solidFill>
                          <a:latin typeface="Arial" panose="020B0604020202020204" pitchFamily="34" charset="0"/>
                          <a:cs typeface="Arial" panose="020B0604020202020204" pitchFamily="34" charset="0"/>
                        </a:rPr>
                      </a:br>
                      <a:r>
                        <a:rPr lang="en-US" sz="2000" b="1" dirty="0">
                          <a:solidFill>
                            <a:srgbClr val="FFC000"/>
                          </a:solidFill>
                          <a:latin typeface="Arial" panose="020B0604020202020204" pitchFamily="34" charset="0"/>
                          <a:cs typeface="Arial" panose="020B0604020202020204" pitchFamily="34" charset="0"/>
                        </a:rPr>
                        <a:t>Virtual</a:t>
                      </a:r>
                      <a:br>
                        <a:rPr lang="en-US" sz="2000" b="1" dirty="0">
                          <a:solidFill>
                            <a:srgbClr val="FFC000"/>
                          </a:solidFill>
                          <a:latin typeface="Arial" panose="020B0604020202020204" pitchFamily="34" charset="0"/>
                          <a:cs typeface="Arial" panose="020B0604020202020204" pitchFamily="34" charset="0"/>
                        </a:rPr>
                      </a:br>
                      <a:r>
                        <a:rPr lang="en-US" sz="2000" b="1" dirty="0">
                          <a:solidFill>
                            <a:srgbClr val="FFC000"/>
                          </a:solidFill>
                          <a:latin typeface="Arial" panose="020B0604020202020204" pitchFamily="34" charset="0"/>
                          <a:cs typeface="Arial" panose="020B0604020202020204" pitchFamily="34" charset="0"/>
                        </a:rPr>
                        <a:t>Wide Screen</a:t>
                      </a:r>
                      <a:br>
                        <a:rPr lang="en-US" sz="2000" b="1" dirty="0">
                          <a:solidFill>
                            <a:srgbClr val="FFC000"/>
                          </a:solidFill>
                          <a:latin typeface="Arial" panose="020B0604020202020204" pitchFamily="34" charset="0"/>
                          <a:cs typeface="Arial" panose="020B0604020202020204" pitchFamily="34" charset="0"/>
                        </a:rPr>
                      </a:br>
                      <a:r>
                        <a:rPr lang="en-US" sz="2000" b="1" dirty="0">
                          <a:solidFill>
                            <a:srgbClr val="FFC000"/>
                          </a:solidFill>
                          <a:latin typeface="Arial" panose="020B0604020202020204" pitchFamily="34" charset="0"/>
                          <a:cs typeface="Arial" panose="020B0604020202020204" pitchFamily="34" charset="0"/>
                        </a:rPr>
                        <a:t>(16:9 Ratio)</a:t>
                      </a:r>
                      <a:br>
                        <a:rPr lang="en-US" sz="1200" dirty="0">
                          <a:solidFill>
                            <a:schemeClr val="bg1"/>
                          </a:solidFill>
                          <a:latin typeface="Arial" panose="020B0604020202020204" pitchFamily="34" charset="0"/>
                          <a:cs typeface="Arial" panose="020B0604020202020204" pitchFamily="34" charset="0"/>
                        </a:rPr>
                      </a:br>
                      <a:endParaRPr lang="en-US" sz="1200" dirty="0">
                        <a:solidFill>
                          <a:srgbClr val="1F3A4E"/>
                        </a:solidFill>
                      </a:endParaRPr>
                    </a:p>
                  </a:txBody>
                  <a:tcPr marL="52579" marR="52579" marT="23003" marB="23003">
                    <a:solidFill>
                      <a:srgbClr val="010101"/>
                    </a:solidFill>
                  </a:tcPr>
                </a:tc>
                <a:tc>
                  <a:txBody>
                    <a:bodyPr/>
                    <a:lstStyle/>
                    <a:p>
                      <a:pPr marL="0" marR="0" indent="0" algn="l" defTabSz="4388900" rtl="0" eaLnBrk="1" fontAlgn="auto" latinLnBrk="0" hangingPunct="1">
                        <a:lnSpc>
                          <a:spcPct val="100000"/>
                        </a:lnSpc>
                        <a:spcBef>
                          <a:spcPts val="0"/>
                        </a:spcBef>
                        <a:spcAft>
                          <a:spcPts val="0"/>
                        </a:spcAft>
                        <a:buClrTx/>
                        <a:buSzTx/>
                        <a:buFontTx/>
                        <a:buNone/>
                        <a:tabLst/>
                        <a:defRPr/>
                      </a:pPr>
                      <a:r>
                        <a:rPr lang="en-US" sz="1200" b="1" baseline="0" dirty="0">
                          <a:solidFill>
                            <a:srgbClr val="FFC000"/>
                          </a:solidFill>
                          <a:latin typeface="Arial" panose="020B0604020202020204" pitchFamily="34" charset="0"/>
                          <a:cs typeface="Arial" panose="020B0604020202020204" pitchFamily="34" charset="0"/>
                        </a:rPr>
                        <a:t>Important: Check the template size</a:t>
                      </a:r>
                      <a:br>
                        <a:rPr lang="en-US" sz="1000" b="0" baseline="0" dirty="0">
                          <a:solidFill>
                            <a:srgbClr val="FFC000"/>
                          </a:solidFill>
                          <a:latin typeface="Arial" panose="020B0604020202020204" pitchFamily="34" charset="0"/>
                          <a:cs typeface="Arial" panose="020B0604020202020204" pitchFamily="34" charset="0"/>
                        </a:rPr>
                      </a:br>
                      <a:r>
                        <a:rPr lang="en-US" sz="1000" b="0" baseline="0" dirty="0">
                          <a:solidFill>
                            <a:srgbClr val="D9D9D9"/>
                          </a:solidFill>
                          <a:latin typeface="Arial" panose="020B0604020202020204" pitchFamily="34" charset="0"/>
                          <a:cs typeface="Arial" panose="020B0604020202020204" pitchFamily="34" charset="0"/>
                        </a:rPr>
                        <a:t>Before you start working on your poster and to avoid printing problems check that you have downloaded and that you are using the correct size template for your poster presentation.</a:t>
                      </a:r>
                      <a:br>
                        <a:rPr lang="en-US" sz="1000" b="0" baseline="0" dirty="0">
                          <a:solidFill>
                            <a:srgbClr val="D9D9D9"/>
                          </a:solidFill>
                          <a:latin typeface="Arial" panose="020B0604020202020204" pitchFamily="34" charset="0"/>
                          <a:cs typeface="Arial" panose="020B0604020202020204" pitchFamily="34" charset="0"/>
                        </a:rPr>
                      </a:br>
                      <a:r>
                        <a:rPr lang="en-US" sz="1000" b="0" baseline="0" dirty="0">
                          <a:solidFill>
                            <a:srgbClr val="D9D9D9"/>
                          </a:solidFill>
                          <a:latin typeface="Arial" panose="020B0604020202020204" pitchFamily="34" charset="0"/>
                          <a:cs typeface="Arial" panose="020B0604020202020204" pitchFamily="34" charset="0"/>
                        </a:rPr>
                        <a:t>This template can also be printed at the following sizes without distortion and without any additional formatting:</a:t>
                      </a:r>
                      <a:br>
                        <a:rPr lang="en-US" sz="1000" b="0" baseline="0" dirty="0">
                          <a:solidFill>
                            <a:srgbClr val="D9D9D9"/>
                          </a:solidFill>
                          <a:latin typeface="Arial" panose="020B0604020202020204" pitchFamily="34" charset="0"/>
                          <a:cs typeface="Arial" panose="020B0604020202020204" pitchFamily="34" charset="0"/>
                        </a:rPr>
                      </a:br>
                      <a:r>
                        <a:rPr lang="en-US" sz="1000" b="0" baseline="0" dirty="0">
                          <a:solidFill>
                            <a:srgbClr val="FFC000"/>
                          </a:solidFill>
                          <a:latin typeface="Arial" panose="020B0604020202020204" pitchFamily="34" charset="0"/>
                          <a:cs typeface="Arial" panose="020B0604020202020204" pitchFamily="34" charset="0"/>
                        </a:rPr>
                        <a:t>27 tall x 48 wide</a:t>
                      </a:r>
                      <a:br>
                        <a:rPr lang="en-US" sz="1000" b="0" baseline="0" dirty="0">
                          <a:solidFill>
                            <a:srgbClr val="FFC000"/>
                          </a:solidFill>
                          <a:latin typeface="Arial" panose="020B0604020202020204" pitchFamily="34" charset="0"/>
                          <a:cs typeface="Arial" panose="020B0604020202020204" pitchFamily="34" charset="0"/>
                        </a:rPr>
                      </a:br>
                      <a:r>
                        <a:rPr lang="en-US" sz="1000" b="0" baseline="0" dirty="0">
                          <a:solidFill>
                            <a:srgbClr val="FFC000"/>
                          </a:solidFill>
                          <a:latin typeface="Arial" panose="020B0604020202020204" pitchFamily="34" charset="0"/>
                          <a:cs typeface="Arial" panose="020B0604020202020204" pitchFamily="34" charset="0"/>
                        </a:rPr>
                        <a:t>36 tall x 64 wide</a:t>
                      </a:r>
                    </a:p>
                    <a:p>
                      <a:pPr marL="0" marR="0" indent="0" algn="l" defTabSz="4388900" rtl="0" eaLnBrk="1" fontAlgn="auto" latinLnBrk="0" hangingPunct="1">
                        <a:lnSpc>
                          <a:spcPct val="100000"/>
                        </a:lnSpc>
                        <a:spcBef>
                          <a:spcPts val="0"/>
                        </a:spcBef>
                        <a:spcAft>
                          <a:spcPts val="0"/>
                        </a:spcAft>
                        <a:buClrTx/>
                        <a:buSzTx/>
                        <a:buFontTx/>
                        <a:buNone/>
                        <a:tabLst/>
                        <a:defRPr/>
                      </a:pPr>
                      <a:r>
                        <a:rPr lang="en-US" sz="1000" b="0" baseline="0" dirty="0">
                          <a:solidFill>
                            <a:srgbClr val="FFC000"/>
                          </a:solidFill>
                          <a:latin typeface="Arial" panose="020B0604020202020204" pitchFamily="34" charset="0"/>
                          <a:cs typeface="Arial" panose="020B0604020202020204" pitchFamily="34" charset="0"/>
                        </a:rPr>
                        <a:t>45 tall x 80 wide</a:t>
                      </a:r>
                    </a:p>
                  </a:txBody>
                  <a:tcPr marL="105158" marR="52579" marT="69009" marB="23003">
                    <a:solidFill>
                      <a:srgbClr val="010101"/>
                    </a:solidFill>
                  </a:tcPr>
                </a:tc>
                <a:extLst>
                  <a:ext uri="{0D108BD9-81ED-4DB2-BD59-A6C34878D82A}">
                    <a16:rowId xmlns:a16="http://schemas.microsoft.com/office/drawing/2014/main" val="10008"/>
                  </a:ext>
                </a:extLst>
              </a:tr>
              <a:tr h="2157787">
                <a:tc>
                  <a:txBody>
                    <a:bodyPr/>
                    <a:lstStyle/>
                    <a:p>
                      <a:endParaRPr lang="en-US" sz="1000" dirty="0">
                        <a:solidFill>
                          <a:srgbClr val="1F3A4E"/>
                        </a:solidFill>
                      </a:endParaRPr>
                    </a:p>
                  </a:txBody>
                  <a:tcPr marL="52579" marR="52579" marT="23003" marB="23003">
                    <a:blipFill rotWithShape="1">
                      <a:blip r:embed="rId3"/>
                      <a:stretch>
                        <a:fillRect/>
                      </a:stretch>
                    </a:blipFill>
                  </a:tcPr>
                </a:tc>
                <a:tc>
                  <a:txBody>
                    <a:bodyPr/>
                    <a:lstStyle/>
                    <a:p>
                      <a:pPr algn="l"/>
                      <a:r>
                        <a:rPr lang="en-US" sz="1200" b="1" baseline="0" dirty="0">
                          <a:solidFill>
                            <a:srgbClr val="FFC000"/>
                          </a:solidFill>
                          <a:latin typeface="Arial" panose="020B0604020202020204" pitchFamily="34" charset="0"/>
                          <a:cs typeface="Arial" panose="020B0604020202020204" pitchFamily="34" charset="0"/>
                        </a:rPr>
                        <a:t>How to </a:t>
                      </a:r>
                      <a:r>
                        <a:rPr lang="en-US" sz="2000" b="1" baseline="0" dirty="0">
                          <a:solidFill>
                            <a:srgbClr val="FFC000"/>
                          </a:solidFill>
                          <a:latin typeface="Arial" panose="020B0604020202020204" pitchFamily="34" charset="0"/>
                          <a:cs typeface="Arial" panose="020B0604020202020204" pitchFamily="34" charset="0"/>
                        </a:rPr>
                        <a:t>Zoom in </a:t>
                      </a:r>
                      <a:r>
                        <a:rPr lang="en-US" sz="1200" b="1" baseline="0" dirty="0">
                          <a:solidFill>
                            <a:srgbClr val="FFC000"/>
                          </a:solidFill>
                          <a:latin typeface="Arial" panose="020B0604020202020204" pitchFamily="34" charset="0"/>
                          <a:cs typeface="Arial" panose="020B0604020202020204" pitchFamily="34" charset="0"/>
                        </a:rPr>
                        <a:t>and </a:t>
                      </a:r>
                      <a:r>
                        <a:rPr lang="en-US" sz="900" b="1" baseline="0" dirty="0">
                          <a:solidFill>
                            <a:srgbClr val="FFC000"/>
                          </a:solidFill>
                          <a:latin typeface="Arial" panose="020B0604020202020204" pitchFamily="34" charset="0"/>
                          <a:cs typeface="Arial" panose="020B0604020202020204" pitchFamily="34" charset="0"/>
                        </a:rPr>
                        <a:t>out</a:t>
                      </a:r>
                      <a:endParaRPr lang="en-US" sz="1200" b="1" baseline="0" dirty="0">
                        <a:solidFill>
                          <a:srgbClr val="FFC000"/>
                        </a:solidFill>
                        <a:latin typeface="Arial" panose="020B0604020202020204" pitchFamily="34" charset="0"/>
                        <a:cs typeface="Arial" panose="020B0604020202020204" pitchFamily="34" charset="0"/>
                      </a:endParaRPr>
                    </a:p>
                    <a:p>
                      <a:pPr algn="l"/>
                      <a:r>
                        <a:rPr lang="en-US" sz="1000" b="0" baseline="0" dirty="0">
                          <a:solidFill>
                            <a:srgbClr val="D9D9D9"/>
                          </a:solidFill>
                          <a:latin typeface="Arial" panose="020B0604020202020204" pitchFamily="34" charset="0"/>
                          <a:cs typeface="Arial" panose="020B0604020202020204" pitchFamily="34" charset="0"/>
                        </a:rPr>
                        <a:t>Use the PowerPoint zoom tool to adjust the screen magnification to view comfortably. PowerPoint provides 2 ways to zoom: </a:t>
                      </a:r>
                      <a:br>
                        <a:rPr lang="en-US" sz="1000" b="0" baseline="0" dirty="0">
                          <a:solidFill>
                            <a:srgbClr val="D9D9D9"/>
                          </a:solidFill>
                          <a:latin typeface="Arial" panose="020B0604020202020204" pitchFamily="34" charset="0"/>
                          <a:cs typeface="Arial" panose="020B0604020202020204" pitchFamily="34" charset="0"/>
                        </a:rPr>
                      </a:br>
                      <a:r>
                        <a:rPr lang="en-US" sz="1000" b="0" baseline="0" dirty="0">
                          <a:solidFill>
                            <a:srgbClr val="FFC000"/>
                          </a:solidFill>
                          <a:latin typeface="Arial" panose="020B0604020202020204" pitchFamily="34" charset="0"/>
                          <a:cs typeface="Arial" panose="020B0604020202020204" pitchFamily="34" charset="0"/>
                        </a:rPr>
                        <a:t>1. </a:t>
                      </a:r>
                      <a:r>
                        <a:rPr lang="en-US" sz="1000" b="0" baseline="0" dirty="0">
                          <a:solidFill>
                            <a:srgbClr val="D9D9D9"/>
                          </a:solidFill>
                          <a:latin typeface="Arial" panose="020B0604020202020204" pitchFamily="34" charset="0"/>
                          <a:cs typeface="Arial" panose="020B0604020202020204" pitchFamily="34" charset="0"/>
                        </a:rPr>
                        <a:t>On the top menu bar click on the VIEW tab and then click on ZOOM. Choose the zoom percentage that works best for you. </a:t>
                      </a:r>
                      <a:br>
                        <a:rPr lang="en-US" sz="1000" b="0" baseline="0" dirty="0">
                          <a:solidFill>
                            <a:srgbClr val="D9D9D9"/>
                          </a:solidFill>
                          <a:latin typeface="Arial" panose="020B0604020202020204" pitchFamily="34" charset="0"/>
                          <a:cs typeface="Arial" panose="020B0604020202020204" pitchFamily="34" charset="0"/>
                        </a:rPr>
                      </a:br>
                      <a:r>
                        <a:rPr lang="en-US" sz="1000" b="0" baseline="0" dirty="0">
                          <a:solidFill>
                            <a:srgbClr val="FFC000"/>
                          </a:solidFill>
                          <a:latin typeface="Arial" panose="020B0604020202020204" pitchFamily="34" charset="0"/>
                          <a:cs typeface="Arial" panose="020B0604020202020204" pitchFamily="34" charset="0"/>
                        </a:rPr>
                        <a:t>2. </a:t>
                      </a:r>
                      <a:r>
                        <a:rPr lang="en-US" sz="1000" b="0" baseline="0" dirty="0">
                          <a:solidFill>
                            <a:srgbClr val="D9D9D9"/>
                          </a:solidFill>
                          <a:latin typeface="Arial" panose="020B0604020202020204" pitchFamily="34" charset="0"/>
                          <a:cs typeface="Arial" panose="020B0604020202020204" pitchFamily="34" charset="0"/>
                        </a:rPr>
                        <a:t>For better zoom flexibility, use the zoom slider at the bottom right of the window.</a:t>
                      </a:r>
                    </a:p>
                  </a:txBody>
                  <a:tcPr marL="105158" marR="52579" marT="69009" marB="23003">
                    <a:solidFill>
                      <a:srgbClr val="010101"/>
                    </a:solidFill>
                  </a:tcPr>
                </a:tc>
                <a:extLst>
                  <a:ext uri="{0D108BD9-81ED-4DB2-BD59-A6C34878D82A}">
                    <a16:rowId xmlns:a16="http://schemas.microsoft.com/office/drawing/2014/main" val="10001"/>
                  </a:ext>
                </a:extLst>
              </a:tr>
              <a:tr h="910736">
                <a:tc gridSpan="2">
                  <a:txBody>
                    <a:bodyPr/>
                    <a:lstStyle/>
                    <a:p>
                      <a:pPr marL="0" marR="0" lvl="0" indent="0" algn="l" defTabSz="4388900" rtl="0" eaLnBrk="1" fontAlgn="auto" latinLnBrk="0" hangingPunct="1">
                        <a:lnSpc>
                          <a:spcPct val="100000"/>
                        </a:lnSpc>
                        <a:spcBef>
                          <a:spcPts val="0"/>
                        </a:spcBef>
                        <a:spcAft>
                          <a:spcPts val="0"/>
                        </a:spcAft>
                        <a:buClrTx/>
                        <a:buSzTx/>
                        <a:buFontTx/>
                        <a:buNone/>
                        <a:tabLst/>
                        <a:defRPr/>
                      </a:pPr>
                      <a:r>
                        <a:rPr lang="en-US" sz="1200" b="1" baseline="0" dirty="0">
                          <a:solidFill>
                            <a:srgbClr val="FFC000"/>
                          </a:solidFill>
                          <a:latin typeface="Arial" panose="020B0604020202020204" pitchFamily="34" charset="0"/>
                          <a:cs typeface="Arial" panose="020B0604020202020204" pitchFamily="34" charset="0"/>
                        </a:rPr>
                        <a:t>Ruler and Guides</a:t>
                      </a:r>
                      <a:br>
                        <a:rPr lang="en-US" sz="1000" b="0" baseline="0" dirty="0">
                          <a:solidFill>
                            <a:srgbClr val="FFC000"/>
                          </a:solidFill>
                          <a:latin typeface="Arial" panose="020B0604020202020204" pitchFamily="34" charset="0"/>
                          <a:cs typeface="Arial" panose="020B0604020202020204" pitchFamily="34" charset="0"/>
                        </a:rPr>
                      </a:br>
                      <a:r>
                        <a:rPr lang="en-US" sz="1000" b="0" baseline="0" dirty="0">
                          <a:solidFill>
                            <a:srgbClr val="D9D9D9"/>
                          </a:solidFill>
                          <a:latin typeface="Arial" panose="020B0604020202020204" pitchFamily="34" charset="0"/>
                          <a:cs typeface="Arial" panose="020B0604020202020204" pitchFamily="34" charset="0"/>
                        </a:rPr>
                        <a:t>The dotted lines on his poster template are guides.  The horizontal and vertical guides will help you align your poster elements accurately. Text boxes and other elements will ”snap” to the guides and stay within the boundaries of the columns. To hide the guides go to VIEW and uncheck the Guides box.</a:t>
                      </a:r>
                    </a:p>
                  </a:txBody>
                  <a:tcPr marL="142161" marR="71080" marT="106621" marB="35540">
                    <a:solidFill>
                      <a:srgbClr val="010101"/>
                    </a:solidFill>
                  </a:tcPr>
                </a:tc>
                <a:tc hMerge="1">
                  <a:txBody>
                    <a:bodyPr/>
                    <a:lstStyle/>
                    <a:p>
                      <a:endParaRPr lang="en-US" sz="2400" b="0" baseline="0" dirty="0">
                        <a:solidFill>
                          <a:schemeClr val="bg1"/>
                        </a:solidFill>
                        <a:latin typeface="Arial" panose="020B0604020202020204" pitchFamily="34" charset="0"/>
                        <a:cs typeface="Arial" panose="020B0604020202020204" pitchFamily="34" charset="0"/>
                      </a:endParaRPr>
                    </a:p>
                  </a:txBody>
                  <a:tcPr marL="182880" marT="137160">
                    <a:solidFill>
                      <a:schemeClr val="tx1">
                        <a:lumMod val="95000"/>
                        <a:lumOff val="5000"/>
                      </a:schemeClr>
                    </a:solidFill>
                  </a:tcPr>
                </a:tc>
                <a:extLst>
                  <a:ext uri="{0D108BD9-81ED-4DB2-BD59-A6C34878D82A}">
                    <a16:rowId xmlns:a16="http://schemas.microsoft.com/office/drawing/2014/main" val="10002"/>
                  </a:ext>
                </a:extLst>
              </a:tr>
              <a:tr h="1924157">
                <a:tc>
                  <a:txBody>
                    <a:bodyPr/>
                    <a:lstStyle/>
                    <a:p>
                      <a:endParaRPr lang="en-US" sz="1000" dirty="0">
                        <a:solidFill>
                          <a:srgbClr val="1F3A4E"/>
                        </a:solidFill>
                      </a:endParaRPr>
                    </a:p>
                  </a:txBody>
                  <a:tcPr marL="52579" marR="52579" marT="23003" marB="23003">
                    <a:blipFill rotWithShape="1">
                      <a:blip r:embed="rId4"/>
                      <a:stretch>
                        <a:fillRect/>
                      </a:stretch>
                    </a:blipFill>
                  </a:tcPr>
                </a:tc>
                <a:tc>
                  <a:txBody>
                    <a:bodyPr/>
                    <a:lstStyle/>
                    <a:p>
                      <a:pPr marL="0" lvl="1" indent="0" algn="l" defTabSz="114300"/>
                      <a:r>
                        <a:rPr lang="en-US" sz="1200" b="1" baseline="0" dirty="0">
                          <a:solidFill>
                            <a:srgbClr val="FFC000"/>
                          </a:solidFill>
                          <a:latin typeface="Arial" panose="020B0604020202020204" pitchFamily="34" charset="0"/>
                          <a:cs typeface="Arial" panose="020B0604020202020204" pitchFamily="34" charset="0"/>
                        </a:rPr>
                        <a:t>Headers and text containers</a:t>
                      </a:r>
                      <a:br>
                        <a:rPr lang="en-US" sz="1000" b="0" baseline="0" dirty="0">
                          <a:solidFill>
                            <a:schemeClr val="bg1"/>
                          </a:solidFill>
                          <a:latin typeface="Arial" panose="020B0604020202020204" pitchFamily="34" charset="0"/>
                          <a:cs typeface="Arial" panose="020B0604020202020204" pitchFamily="34" charset="0"/>
                        </a:rPr>
                      </a:br>
                      <a:r>
                        <a:rPr lang="en-US" sz="1000" b="0" baseline="0" dirty="0">
                          <a:solidFill>
                            <a:srgbClr val="D9D9D9"/>
                          </a:solidFill>
                          <a:latin typeface="Arial" panose="020B0604020202020204" pitchFamily="34" charset="0"/>
                          <a:cs typeface="Arial" panose="020B0604020202020204" pitchFamily="34" charset="0"/>
                        </a:rPr>
                        <a:t>Included in this template are commonly used section headers such as Abstract, Objectives, Methods, Results, etc. </a:t>
                      </a:r>
                      <a:br>
                        <a:rPr lang="en-US" sz="1000" b="0" baseline="0" dirty="0">
                          <a:solidFill>
                            <a:schemeClr val="bg1"/>
                          </a:solidFill>
                          <a:latin typeface="Arial" panose="020B0604020202020204" pitchFamily="34" charset="0"/>
                          <a:cs typeface="Arial" panose="020B0604020202020204" pitchFamily="34" charset="0"/>
                        </a:rPr>
                      </a:br>
                      <a:r>
                        <a:rPr lang="en-US" sz="1000" b="0" baseline="0" dirty="0">
                          <a:solidFill>
                            <a:srgbClr val="FFC000"/>
                          </a:solidFill>
                          <a:latin typeface="Arial" panose="020B0604020202020204" pitchFamily="34" charset="0"/>
                          <a:cs typeface="Arial" panose="020B0604020202020204" pitchFamily="34" charset="0"/>
                        </a:rPr>
                        <a:t>-</a:t>
                      </a:r>
                      <a:r>
                        <a:rPr lang="en-US" sz="1000" b="0" baseline="0" dirty="0">
                          <a:solidFill>
                            <a:schemeClr val="bg1"/>
                          </a:solidFill>
                          <a:latin typeface="Arial" panose="020B0604020202020204" pitchFamily="34" charset="0"/>
                          <a:cs typeface="Arial" panose="020B0604020202020204" pitchFamily="34" charset="0"/>
                        </a:rPr>
                        <a:t> </a:t>
                      </a:r>
                      <a:r>
                        <a:rPr lang="en-US" sz="1000" b="0" baseline="0" dirty="0">
                          <a:solidFill>
                            <a:srgbClr val="D9D9D9"/>
                          </a:solidFill>
                          <a:latin typeface="Arial" panose="020B0604020202020204" pitchFamily="34" charset="0"/>
                          <a:cs typeface="Arial" panose="020B0604020202020204" pitchFamily="34" charset="0"/>
                        </a:rPr>
                        <a:t>Click inside a section header to add its text. </a:t>
                      </a:r>
                      <a:br>
                        <a:rPr lang="en-US" sz="1000" b="0" baseline="0" dirty="0">
                          <a:solidFill>
                            <a:schemeClr val="bg1"/>
                          </a:solidFill>
                          <a:latin typeface="Arial" panose="020B0604020202020204" pitchFamily="34" charset="0"/>
                          <a:cs typeface="Arial" panose="020B0604020202020204" pitchFamily="34" charset="0"/>
                        </a:rPr>
                      </a:br>
                      <a:r>
                        <a:rPr lang="en-US" sz="1000" b="0" baseline="0" dirty="0">
                          <a:solidFill>
                            <a:srgbClr val="FFC000"/>
                          </a:solidFill>
                          <a:latin typeface="Arial" panose="020B0604020202020204" pitchFamily="34" charset="0"/>
                          <a:cs typeface="Arial" panose="020B0604020202020204" pitchFamily="34" charset="0"/>
                        </a:rPr>
                        <a:t>-</a:t>
                      </a:r>
                      <a:r>
                        <a:rPr lang="en-US" sz="1000" b="0" baseline="0" dirty="0">
                          <a:solidFill>
                            <a:schemeClr val="bg1"/>
                          </a:solidFill>
                          <a:latin typeface="Arial" panose="020B0604020202020204" pitchFamily="34" charset="0"/>
                          <a:cs typeface="Arial" panose="020B0604020202020204" pitchFamily="34" charset="0"/>
                        </a:rPr>
                        <a:t> </a:t>
                      </a:r>
                      <a:r>
                        <a:rPr lang="en-US" sz="1000" b="0" baseline="0" dirty="0">
                          <a:solidFill>
                            <a:srgbClr val="D9D9D9"/>
                          </a:solidFill>
                          <a:latin typeface="Arial" panose="020B0604020202020204" pitchFamily="34" charset="0"/>
                          <a:cs typeface="Arial" panose="020B0604020202020204" pitchFamily="34" charset="0"/>
                        </a:rPr>
                        <a:t>To add another header, click on edge of the section box so that it is outlined. Copy and paste it. </a:t>
                      </a:r>
                      <a:br>
                        <a:rPr lang="en-US" sz="1000" b="0" baseline="0" dirty="0">
                          <a:solidFill>
                            <a:schemeClr val="bg1"/>
                          </a:solidFill>
                          <a:latin typeface="Arial" panose="020B0604020202020204" pitchFamily="34" charset="0"/>
                          <a:cs typeface="Arial" panose="020B0604020202020204" pitchFamily="34" charset="0"/>
                        </a:rPr>
                      </a:br>
                      <a:r>
                        <a:rPr lang="en-US" sz="1000" b="0" baseline="0" dirty="0">
                          <a:solidFill>
                            <a:srgbClr val="FFC000"/>
                          </a:solidFill>
                          <a:latin typeface="Arial" panose="020B0604020202020204" pitchFamily="34" charset="0"/>
                          <a:cs typeface="Arial" panose="020B0604020202020204" pitchFamily="34" charset="0"/>
                        </a:rPr>
                        <a:t>-</a:t>
                      </a:r>
                      <a:r>
                        <a:rPr lang="en-US" sz="1000" b="0" baseline="0" dirty="0">
                          <a:solidFill>
                            <a:schemeClr val="bg1"/>
                          </a:solidFill>
                          <a:latin typeface="Arial" panose="020B0604020202020204" pitchFamily="34" charset="0"/>
                          <a:cs typeface="Arial" panose="020B0604020202020204" pitchFamily="34" charset="0"/>
                        </a:rPr>
                        <a:t> </a:t>
                      </a:r>
                      <a:r>
                        <a:rPr lang="en-US" sz="1000" b="0" baseline="0" dirty="0">
                          <a:solidFill>
                            <a:srgbClr val="D9D9D9"/>
                          </a:solidFill>
                          <a:latin typeface="Arial" panose="020B0604020202020204" pitchFamily="34" charset="0"/>
                          <a:cs typeface="Arial" panose="020B0604020202020204" pitchFamily="34" charset="0"/>
                        </a:rPr>
                        <a:t>To increase its size, click on the white circles and expand to the the desired size.</a:t>
                      </a:r>
                    </a:p>
                  </a:txBody>
                  <a:tcPr marL="105158" marR="52579" marT="69009" marB="23003">
                    <a:solidFill>
                      <a:srgbClr val="010101"/>
                    </a:solidFill>
                  </a:tcPr>
                </a:tc>
                <a:extLst>
                  <a:ext uri="{0D108BD9-81ED-4DB2-BD59-A6C34878D82A}">
                    <a16:rowId xmlns:a16="http://schemas.microsoft.com/office/drawing/2014/main" val="10003"/>
                  </a:ext>
                </a:extLst>
              </a:tr>
              <a:tr h="1770596">
                <a:tc gridSpan="2">
                  <a:txBody>
                    <a:bodyPr/>
                    <a:lstStyle/>
                    <a:p>
                      <a:r>
                        <a:rPr lang="en-US" sz="1200" b="1" dirty="0">
                          <a:solidFill>
                            <a:srgbClr val="FFC000"/>
                          </a:solidFill>
                          <a:latin typeface="Arial" panose="020B0604020202020204" pitchFamily="34" charset="0"/>
                          <a:cs typeface="Arial" panose="020B0604020202020204" pitchFamily="34" charset="0"/>
                        </a:rPr>
                        <a:t>Adding content to the poster</a:t>
                      </a:r>
                    </a:p>
                    <a:p>
                      <a:r>
                        <a:rPr lang="en-US" sz="1000" baseline="0" dirty="0">
                          <a:solidFill>
                            <a:srgbClr val="D9D9D9"/>
                          </a:solidFill>
                          <a:latin typeface="Arial" panose="020B0604020202020204" pitchFamily="34" charset="0"/>
                          <a:cs typeface="Arial" panose="020B0604020202020204" pitchFamily="34" charset="0"/>
                        </a:rPr>
                        <a:t>Start by adding your text to each section without spending too much time with formatting. Use the default font size even if your text extends beyond the bottom of the poster. Continue until you have added all your content including text, graphics, photos, etc. Once you finish adding your content you can go back and format your text as needed.</a:t>
                      </a:r>
                    </a:p>
                    <a:p>
                      <a:pPr marL="342900" indent="-342900">
                        <a:buFontTx/>
                        <a:buChar char="-"/>
                      </a:pPr>
                      <a:r>
                        <a:rPr lang="en-US" sz="1000" baseline="0" dirty="0">
                          <a:solidFill>
                            <a:srgbClr val="D9D9D9"/>
                          </a:solidFill>
                          <a:latin typeface="Arial" panose="020B0604020202020204" pitchFamily="34" charset="0"/>
                          <a:cs typeface="Arial" panose="020B0604020202020204" pitchFamily="34" charset="0"/>
                        </a:rPr>
                        <a:t>If you run out of room, try to reduce the size of your fonts and/or the size of your graphics. If there is a lot of empty space try to increase your font sizes and the size of your graphics. The font used for references can be smaller.</a:t>
                      </a:r>
                      <a:endParaRPr lang="en-US" sz="1000" dirty="0">
                        <a:solidFill>
                          <a:srgbClr val="D9D9D9"/>
                        </a:solidFill>
                        <a:latin typeface="Arial" panose="020B0604020202020204" pitchFamily="34" charset="0"/>
                        <a:cs typeface="Arial" panose="020B0604020202020204" pitchFamily="34" charset="0"/>
                      </a:endParaRPr>
                    </a:p>
                  </a:txBody>
                  <a:tcPr marL="142161" marR="71080" marT="106621" marB="35540">
                    <a:solidFill>
                      <a:srgbClr val="010101"/>
                    </a:solidFill>
                  </a:tcPr>
                </a:tc>
                <a:tc hMerge="1">
                  <a:txBody>
                    <a:bodyPr/>
                    <a:lstStyle/>
                    <a:p>
                      <a:endParaRPr lang="en-US" sz="2400" dirty="0">
                        <a:solidFill>
                          <a:schemeClr val="bg1"/>
                        </a:solidFill>
                        <a:latin typeface="Arial" panose="020B0604020202020204" pitchFamily="34" charset="0"/>
                        <a:cs typeface="Arial" panose="020B0604020202020204" pitchFamily="34" charset="0"/>
                      </a:endParaRPr>
                    </a:p>
                  </a:txBody>
                  <a:tcPr marL="182880" marT="137160">
                    <a:solidFill>
                      <a:srgbClr val="010101"/>
                    </a:solidFill>
                  </a:tcPr>
                </a:tc>
                <a:extLst>
                  <a:ext uri="{0D108BD9-81ED-4DB2-BD59-A6C34878D82A}">
                    <a16:rowId xmlns:a16="http://schemas.microsoft.com/office/drawing/2014/main" val="10004"/>
                  </a:ext>
                </a:extLst>
              </a:tr>
              <a:tr h="1196281">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1200" b="1" noProof="0" dirty="0">
                          <a:solidFill>
                            <a:srgbClr val="FFC000"/>
                          </a:solidFill>
                          <a:latin typeface="Arial" panose="020B0604020202020204" pitchFamily="34" charset="0"/>
                          <a:cs typeface="Arial" panose="020B0604020202020204" pitchFamily="34" charset="0"/>
                        </a:rPr>
                        <a:t>Photos</a:t>
                      </a:r>
                    </a:p>
                    <a:p>
                      <a:pPr marL="0" marR="0" lvl="0" indent="0" algn="l" defTabSz="9779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D9D9D9"/>
                          </a:solidFill>
                          <a:effectLst/>
                          <a:uLnTx/>
                          <a:uFillTx/>
                          <a:latin typeface="Arial"/>
                          <a:ea typeface="+mn-ea"/>
                          <a:cs typeface="Arial"/>
                        </a:rPr>
                        <a:t>You can add photos by dragging and dropping from your desktop, copy and paste, or by going to INSERT &gt; PICTURES. Resize images proportionally by holding down the SHIFT key and dragging one of the white corner handles (dots). For a professional-looking poster, do not distort your images by stretching them disproportionally.</a:t>
                      </a:r>
                    </a:p>
                  </a:txBody>
                  <a:tcPr marL="71080" marR="71080" marT="35540" marB="35540">
                    <a:solidFill>
                      <a:srgbClr val="010101"/>
                    </a:solidFill>
                  </a:tcPr>
                </a:tc>
                <a:tc hMerge="1">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200" noProof="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0005"/>
                  </a:ext>
                </a:extLst>
              </a:tr>
              <a:tr h="1153772">
                <a:tc gridSpan="2">
                  <a:txBody>
                    <a:bodyPr/>
                    <a:lstStyle/>
                    <a:p>
                      <a:endParaRPr lang="en-US" sz="1000" dirty="0">
                        <a:solidFill>
                          <a:schemeClr val="bg1"/>
                        </a:solidFill>
                        <a:latin typeface="Arial" panose="020B0604020202020204" pitchFamily="34" charset="0"/>
                        <a:cs typeface="Arial" panose="020B0604020202020204" pitchFamily="34" charset="0"/>
                      </a:endParaRPr>
                    </a:p>
                  </a:txBody>
                  <a:tcPr marL="71080" marR="71080" marT="35540" marB="35540">
                    <a:blipFill rotWithShape="1">
                      <a:blip r:embed="rId5"/>
                      <a:stretch>
                        <a:fillRect/>
                      </a:stretch>
                    </a:blipFill>
                  </a:tcPr>
                </a:tc>
                <a:tc hMerge="1">
                  <a:txBody>
                    <a:bodyPr/>
                    <a:lstStyle/>
                    <a:p>
                      <a:endParaRPr lang="en-US" sz="2400" dirty="0">
                        <a:solidFill>
                          <a:srgbClr val="1F3A4E"/>
                        </a:solidFill>
                      </a:endParaRPr>
                    </a:p>
                  </a:txBody>
                  <a:tcPr/>
                </a:tc>
                <a:extLst>
                  <a:ext uri="{0D108BD9-81ED-4DB2-BD59-A6C34878D82A}">
                    <a16:rowId xmlns:a16="http://schemas.microsoft.com/office/drawing/2014/main" val="10006"/>
                  </a:ext>
                </a:extLst>
              </a:tr>
              <a:tr h="644151">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1200" b="1" noProof="0" dirty="0">
                          <a:solidFill>
                            <a:srgbClr val="FFC000"/>
                          </a:solidFill>
                          <a:latin typeface="Arial"/>
                          <a:cs typeface="Arial"/>
                        </a:rPr>
                        <a:t>Quality check your graphics</a:t>
                      </a:r>
                    </a:p>
                    <a:p>
                      <a:pPr marL="0" marR="0" lvl="0" indent="0" algn="l" defTabSz="1518341" rtl="0" eaLnBrk="1" fontAlgn="auto" latinLnBrk="0" hangingPunct="1">
                        <a:lnSpc>
                          <a:spcPct val="100000"/>
                        </a:lnSpc>
                        <a:spcBef>
                          <a:spcPts val="0"/>
                        </a:spcBef>
                        <a:spcAft>
                          <a:spcPts val="0"/>
                        </a:spcAft>
                        <a:buClrTx/>
                        <a:buSzTx/>
                        <a:buFontTx/>
                        <a:buNone/>
                        <a:tabLst/>
                        <a:defRPr/>
                      </a:pPr>
                      <a:r>
                        <a:rPr lang="en-US" sz="1000" noProof="0" dirty="0">
                          <a:solidFill>
                            <a:srgbClr val="D9D9D9"/>
                          </a:solidFill>
                          <a:latin typeface="Arial"/>
                          <a:cs typeface="Arial"/>
                        </a:rPr>
                        <a:t>Zoom in and look at your images at 100%-200% magnification. If they look clear, they will print well. </a:t>
                      </a:r>
                    </a:p>
                  </a:txBody>
                  <a:tcPr marL="71080" marR="71080" marT="35540" marB="35540">
                    <a:solidFill>
                      <a:srgbClr val="010101"/>
                    </a:solidFill>
                  </a:tcPr>
                </a:tc>
                <a:tc hMerge="1">
                  <a:txBody>
                    <a:bodyPr/>
                    <a:lstStyle/>
                    <a:p>
                      <a:endParaRPr lang="en-US" sz="2400" dirty="0">
                        <a:solidFill>
                          <a:srgbClr val="1F3A4E"/>
                        </a:solidFill>
                      </a:endParaRPr>
                    </a:p>
                  </a:txBody>
                  <a:tcPr>
                    <a:solidFill>
                      <a:schemeClr val="tx1">
                        <a:lumMod val="95000"/>
                        <a:lumOff val="5000"/>
                      </a:schemeClr>
                    </a:solidFill>
                  </a:tcPr>
                </a:tc>
                <a:extLst>
                  <a:ext uri="{0D108BD9-81ED-4DB2-BD59-A6C34878D82A}">
                    <a16:rowId xmlns:a16="http://schemas.microsoft.com/office/drawing/2014/main" val="10007"/>
                  </a:ext>
                </a:extLst>
              </a:tr>
              <a:tr h="1603624">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1000" noProof="0" dirty="0">
                        <a:solidFill>
                          <a:schemeClr val="bg1"/>
                        </a:solidFill>
                        <a:latin typeface="Arial"/>
                        <a:cs typeface="Arial"/>
                      </a:endParaRPr>
                    </a:p>
                  </a:txBody>
                  <a:tcPr marL="71080" marR="71080" marT="35540" marB="35540">
                    <a:blipFill rotWithShape="1">
                      <a:blip r:embed="rId6"/>
                      <a:stretch>
                        <a:fillRect/>
                      </a:stretch>
                    </a:blipFill>
                  </a:tcPr>
                </a:tc>
                <a:tc hMerge="1">
                  <a:txBody>
                    <a:bodyPr/>
                    <a:lstStyle/>
                    <a:p>
                      <a:endParaRPr lang="en-US"/>
                    </a:p>
                  </a:txBody>
                  <a:tcPr/>
                </a:tc>
                <a:extLst>
                  <a:ext uri="{0D108BD9-81ED-4DB2-BD59-A6C34878D82A}">
                    <a16:rowId xmlns:a16="http://schemas.microsoft.com/office/drawing/2014/main" val="10010"/>
                  </a:ext>
                </a:extLst>
              </a:tr>
            </a:tbl>
          </a:graphicData>
        </a:graphic>
      </p:graphicFrame>
      <p:graphicFrame>
        <p:nvGraphicFramePr>
          <p:cNvPr id="17" name="Table 16">
            <a:extLst>
              <a:ext uri="{FF2B5EF4-FFF2-40B4-BE49-F238E27FC236}">
                <a16:creationId xmlns:a16="http://schemas.microsoft.com/office/drawing/2014/main" id="{BACDD0B0-017D-8142-9D2D-87EF3C641C70}"/>
              </a:ext>
            </a:extLst>
          </p:cNvPr>
          <p:cNvGraphicFramePr>
            <a:graphicFrameLocks noGrp="1"/>
          </p:cNvGraphicFramePr>
          <p:nvPr userDrawn="1">
            <p:extLst>
              <p:ext uri="{D42A27DB-BD31-4B8C-83A1-F6EECF244321}">
                <p14:modId xmlns:p14="http://schemas.microsoft.com/office/powerpoint/2010/main" val="3994703566"/>
              </p:ext>
            </p:extLst>
          </p:nvPr>
        </p:nvGraphicFramePr>
        <p:xfrm>
          <a:off x="29619709" y="0"/>
          <a:ext cx="5621803" cy="16467402"/>
        </p:xfrm>
        <a:graphic>
          <a:graphicData uri="http://schemas.openxmlformats.org/drawingml/2006/table">
            <a:tbl>
              <a:tblPr firstRow="1" bandRow="1">
                <a:tableStyleId>{5C22544A-7EE6-4342-B048-85BDC9FD1C3A}</a:tableStyleId>
              </a:tblPr>
              <a:tblGrid>
                <a:gridCol w="2095685">
                  <a:extLst>
                    <a:ext uri="{9D8B030D-6E8A-4147-A177-3AD203B41FA5}">
                      <a16:colId xmlns:a16="http://schemas.microsoft.com/office/drawing/2014/main" val="20000"/>
                    </a:ext>
                  </a:extLst>
                </a:gridCol>
                <a:gridCol w="681713">
                  <a:extLst>
                    <a:ext uri="{9D8B030D-6E8A-4147-A177-3AD203B41FA5}">
                      <a16:colId xmlns:a16="http://schemas.microsoft.com/office/drawing/2014/main" val="997673227"/>
                    </a:ext>
                  </a:extLst>
                </a:gridCol>
                <a:gridCol w="2844405">
                  <a:extLst>
                    <a:ext uri="{9D8B030D-6E8A-4147-A177-3AD203B41FA5}">
                      <a16:colId xmlns:a16="http://schemas.microsoft.com/office/drawing/2014/main" val="3407509820"/>
                    </a:ext>
                  </a:extLst>
                </a:gridCol>
              </a:tblGrid>
              <a:tr h="646893">
                <a:tc gridSpan="3">
                  <a:txBody>
                    <a:bodyPr/>
                    <a:lstStyle/>
                    <a:p>
                      <a:pPr marL="0" marR="0" indent="0" algn="ctr" defTabSz="4388900" rtl="0" eaLnBrk="1" fontAlgn="auto" latinLnBrk="0" hangingPunct="1">
                        <a:lnSpc>
                          <a:spcPct val="100000"/>
                        </a:lnSpc>
                        <a:spcBef>
                          <a:spcPts val="0"/>
                        </a:spcBef>
                        <a:spcAft>
                          <a:spcPts val="0"/>
                        </a:spcAft>
                        <a:buClrTx/>
                        <a:buSzTx/>
                        <a:buFontTx/>
                        <a:buNone/>
                        <a:tabLst/>
                        <a:defRPr/>
                      </a:pPr>
                      <a:r>
                        <a:rPr lang="en-US" sz="2100" b="0" spc="600" dirty="0">
                          <a:solidFill>
                            <a:srgbClr val="1F3A4E"/>
                          </a:solidFill>
                          <a:latin typeface="Arial Black" panose="020B0A04020102020204" pitchFamily="34" charset="0"/>
                        </a:rPr>
                        <a:t>QUICK START GUIDE</a:t>
                      </a:r>
                      <a:br>
                        <a:rPr lang="en-US" sz="2100" b="0" spc="600" dirty="0">
                          <a:solidFill>
                            <a:srgbClr val="1F3A4E"/>
                          </a:solidFill>
                          <a:latin typeface="Arial Black" panose="020B0A04020102020204" pitchFamily="34" charset="0"/>
                        </a:rPr>
                      </a:br>
                      <a:r>
                        <a:rPr lang="en-US" sz="1700" b="1" spc="0" dirty="0">
                          <a:solidFill>
                            <a:srgbClr val="FF0000"/>
                          </a:solidFill>
                          <a:latin typeface="Trebuchet MS" pitchFamily="34" charset="0"/>
                        </a:rPr>
                        <a:t>(THIS SIDEBAR WILL NOT PRINT)</a:t>
                      </a:r>
                      <a:endParaRPr lang="en-US" sz="2100" b="1" spc="600" dirty="0">
                        <a:solidFill>
                          <a:schemeClr val="bg1"/>
                        </a:solidFill>
                        <a:latin typeface="Trebuchet MS" pitchFamily="34" charset="0"/>
                      </a:endParaRPr>
                    </a:p>
                  </a:txBody>
                  <a:tcPr marL="95264" marR="95264" marT="47632" marB="47632">
                    <a:solidFill>
                      <a:srgbClr val="FFC000"/>
                    </a:solidFill>
                  </a:tcPr>
                </a:tc>
                <a:tc hMerge="1">
                  <a:txBody>
                    <a:bodyPr/>
                    <a:lstStyle/>
                    <a:p>
                      <a:endParaRPr lang="en-US"/>
                    </a:p>
                  </a:txBody>
                  <a:tcPr/>
                </a:tc>
                <a:tc hMerge="1">
                  <a:txBody>
                    <a:bodyPr/>
                    <a:lstStyle/>
                    <a:p>
                      <a:pPr marL="0" marR="0" indent="0" algn="ctr" defTabSz="4388900" rtl="0" eaLnBrk="1" fontAlgn="auto" latinLnBrk="0" hangingPunct="1">
                        <a:lnSpc>
                          <a:spcPct val="100000"/>
                        </a:lnSpc>
                        <a:spcBef>
                          <a:spcPts val="0"/>
                        </a:spcBef>
                        <a:spcAft>
                          <a:spcPts val="0"/>
                        </a:spcAft>
                        <a:buClrTx/>
                        <a:buSzTx/>
                        <a:buFontTx/>
                        <a:buNone/>
                        <a:tabLst/>
                        <a:defRPr/>
                      </a:pPr>
                      <a:endParaRPr lang="en-US" sz="2100" b="1" spc="600" dirty="0">
                        <a:solidFill>
                          <a:schemeClr val="bg1"/>
                        </a:solidFill>
                        <a:latin typeface="Trebuchet MS" pitchFamily="34" charset="0"/>
                      </a:endParaRPr>
                    </a:p>
                  </a:txBody>
                  <a:tcPr marL="95264" marR="95264" marT="47632" marB="47632">
                    <a:solidFill>
                      <a:srgbClr val="FFC000"/>
                    </a:solidFill>
                  </a:tcPr>
                </a:tc>
                <a:extLst>
                  <a:ext uri="{0D108BD9-81ED-4DB2-BD59-A6C34878D82A}">
                    <a16:rowId xmlns:a16="http://schemas.microsoft.com/office/drawing/2014/main" val="10000"/>
                  </a:ext>
                </a:extLst>
              </a:tr>
              <a:tr h="2580081">
                <a:tc gridSpan="3">
                  <a:txBody>
                    <a:bodyPr/>
                    <a:lstStyle/>
                    <a:p>
                      <a:pPr algn="l"/>
                      <a:r>
                        <a:rPr lang="en-US" sz="1500" b="1" baseline="0" dirty="0">
                          <a:solidFill>
                            <a:srgbClr val="FFC000"/>
                          </a:solidFill>
                          <a:latin typeface="Arial" panose="020B0604020202020204" pitchFamily="34" charset="0"/>
                          <a:cs typeface="Arial" panose="020B0604020202020204" pitchFamily="34" charset="0"/>
                        </a:rPr>
                        <a:t>How to change the template colors</a:t>
                      </a:r>
                    </a:p>
                    <a:p>
                      <a:pPr marL="0" indent="0" algn="l" defTabSz="114300"/>
                      <a:r>
                        <a:rPr lang="en-US" sz="1300" b="0" baseline="0" dirty="0">
                          <a:solidFill>
                            <a:srgbClr val="D9D9D9"/>
                          </a:solidFill>
                          <a:latin typeface="Arial" panose="020B0604020202020204" pitchFamily="34" charset="0"/>
                          <a:cs typeface="Arial" panose="020B0604020202020204" pitchFamily="34" charset="0"/>
                        </a:rPr>
                        <a:t>You can change the overall template color theme by clicking on the COLORS dropdown menu under the DESIGN tab. You can see a tutorial here: </a:t>
                      </a:r>
                      <a:r>
                        <a:rPr lang="en-US" sz="1300" dirty="0">
                          <a:solidFill>
                            <a:srgbClr val="FFC000"/>
                          </a:solidFill>
                          <a:hlinkClick r:id="rId7">
                            <a:extLst>
                              <a:ext uri="{A12FA001-AC4F-418D-AE19-62706E023703}">
                                <ahyp:hlinkClr xmlns:ahyp="http://schemas.microsoft.com/office/drawing/2018/hyperlinkcolor" val="tx"/>
                              </a:ext>
                            </a:extLst>
                          </a:hlinkClick>
                        </a:rPr>
                        <a:t>https://www.posterpresentations.com/how-to-change-the-research-poster-template-colors.html</a:t>
                      </a:r>
                      <a:endParaRPr lang="en-US" sz="1300" dirty="0">
                        <a:solidFill>
                          <a:srgbClr val="FFC000"/>
                        </a:solidFill>
                      </a:endParaRPr>
                    </a:p>
                    <a:p>
                      <a:pPr marL="0" indent="0" algn="l" defTabSz="114300"/>
                      <a:endParaRPr lang="en-US" sz="1300" b="0" baseline="0" dirty="0">
                        <a:solidFill>
                          <a:srgbClr val="D9D9D9"/>
                        </a:solidFill>
                        <a:latin typeface="Arial" panose="020B0604020202020204" pitchFamily="34" charset="0"/>
                        <a:cs typeface="Arial" panose="020B0604020202020204" pitchFamily="34" charset="0"/>
                      </a:endParaRPr>
                    </a:p>
                    <a:p>
                      <a:pPr marL="0" indent="0" algn="l" defTabSz="114300"/>
                      <a:r>
                        <a:rPr lang="en-US" sz="1300" b="0" baseline="0" dirty="0">
                          <a:solidFill>
                            <a:srgbClr val="D9D9D9"/>
                          </a:solidFill>
                          <a:latin typeface="Arial" panose="020B0604020202020204" pitchFamily="34" charset="0"/>
                          <a:cs typeface="Arial" panose="020B0604020202020204" pitchFamily="34" charset="0"/>
                        </a:rPr>
                        <a:t>You can also manually change the color of individual elements by going to VIEW &gt; SLIDE MASTER. On the left side of your screen select the background master where you can change the template background, column sizes, etc. </a:t>
                      </a:r>
                    </a:p>
                    <a:p>
                      <a:pPr marL="0" indent="0" algn="l" defTabSz="114300"/>
                      <a:endParaRPr lang="en-US" sz="1300" b="0" baseline="0" dirty="0">
                        <a:solidFill>
                          <a:srgbClr val="D9D9D9"/>
                        </a:solidFill>
                        <a:latin typeface="Arial" panose="020B0604020202020204" pitchFamily="34" charset="0"/>
                        <a:cs typeface="Arial" panose="020B0604020202020204" pitchFamily="34" charset="0"/>
                      </a:endParaRPr>
                    </a:p>
                    <a:p>
                      <a:pPr marL="0" indent="0" algn="l" defTabSz="114300"/>
                      <a:r>
                        <a:rPr lang="en-US" sz="1300" b="0" baseline="0" dirty="0">
                          <a:solidFill>
                            <a:srgbClr val="D9D9D9"/>
                          </a:solidFill>
                          <a:latin typeface="Arial" panose="020B0604020202020204" pitchFamily="34" charset="0"/>
                          <a:cs typeface="Arial" panose="020B0604020202020204" pitchFamily="34" charset="0"/>
                        </a:rPr>
                        <a:t>After you finish working on the SLIDE MASTER, it is important that you go to VIEW &gt; NORMAL to continue working on your poster. </a:t>
                      </a:r>
                    </a:p>
                  </a:txBody>
                  <a:tcPr marL="95264" marR="95264" marT="47632" marB="47632">
                    <a:solidFill>
                      <a:schemeClr val="tx1"/>
                    </a:solidFill>
                  </a:tcPr>
                </a:tc>
                <a:tc hMerge="1">
                  <a:txBody>
                    <a:bodyPr/>
                    <a:lstStyle/>
                    <a:p>
                      <a:endParaRPr lang="en-US" sz="2400" dirty="0">
                        <a:solidFill>
                          <a:srgbClr val="1F3A4E"/>
                        </a:solidFill>
                      </a:endParaRPr>
                    </a:p>
                  </a:txBody>
                  <a:tcPr marL="182880" marT="137160">
                    <a:blipFill rotWithShape="1">
                      <a:blip r:embed="rId8"/>
                      <a:stretch>
                        <a:fillRect/>
                      </a:stretch>
                    </a:blipFill>
                  </a:tcPr>
                </a:tc>
                <a:tc hMerge="1">
                  <a:txBody>
                    <a:bodyPr/>
                    <a:lstStyle/>
                    <a:p>
                      <a:pPr marL="0" indent="0" algn="l" defTabSz="114300"/>
                      <a:endParaRPr lang="en-US" sz="1300" b="0" baseline="0" dirty="0">
                        <a:solidFill>
                          <a:srgbClr val="D9D9D9"/>
                        </a:solidFill>
                        <a:latin typeface="Arial" panose="020B0604020202020204" pitchFamily="34" charset="0"/>
                        <a:cs typeface="Arial" panose="020B0604020202020204" pitchFamily="34" charset="0"/>
                      </a:endParaRPr>
                    </a:p>
                  </a:txBody>
                  <a:tcPr marL="95264" marR="95264" marT="47632" marB="47632">
                    <a:solidFill>
                      <a:schemeClr val="tx1"/>
                    </a:solidFill>
                  </a:tcPr>
                </a:tc>
                <a:extLst>
                  <a:ext uri="{0D108BD9-81ED-4DB2-BD59-A6C34878D82A}">
                    <a16:rowId xmlns:a16="http://schemas.microsoft.com/office/drawing/2014/main" val="10001"/>
                  </a:ext>
                </a:extLst>
              </a:tr>
              <a:tr h="1352261">
                <a:tc gridSpan="3">
                  <a:txBody>
                    <a:bodyPr/>
                    <a:lstStyle/>
                    <a:p>
                      <a:r>
                        <a:rPr lang="en-US" sz="1500" b="1" dirty="0">
                          <a:solidFill>
                            <a:srgbClr val="FFC000"/>
                          </a:solidFill>
                          <a:latin typeface="Arial" panose="020B0604020202020204" pitchFamily="34" charset="0"/>
                          <a:cs typeface="Arial" panose="020B0604020202020204" pitchFamily="34" charset="0"/>
                        </a:rPr>
                        <a:t>How to change the column layout configuration</a:t>
                      </a:r>
                    </a:p>
                    <a:p>
                      <a:r>
                        <a:rPr lang="en-US" sz="1300" dirty="0">
                          <a:solidFill>
                            <a:srgbClr val="D9D9D9"/>
                          </a:solidFill>
                          <a:latin typeface="Arial" panose="020B0604020202020204" pitchFamily="34" charset="0"/>
                          <a:cs typeface="Arial" panose="020B0604020202020204" pitchFamily="34" charset="0"/>
                        </a:rPr>
                        <a:t>You can manually change the configuration on the columns by going to VIEW &gt; SLIDE MASTER. You can delete columns, resize them or modify them as needed for your layout. </a:t>
                      </a:r>
                    </a:p>
                    <a:p>
                      <a:pPr marL="0" marR="0" indent="0" algn="l" defTabSz="3765366" rtl="0" eaLnBrk="1" fontAlgn="auto" latinLnBrk="0" hangingPunct="1">
                        <a:lnSpc>
                          <a:spcPct val="100000"/>
                        </a:lnSpc>
                        <a:spcBef>
                          <a:spcPts val="0"/>
                        </a:spcBef>
                        <a:spcAft>
                          <a:spcPts val="0"/>
                        </a:spcAft>
                        <a:buClrTx/>
                        <a:buSzTx/>
                        <a:buFontTx/>
                        <a:buNone/>
                        <a:tabLst/>
                        <a:defRPr/>
                      </a:pPr>
                      <a:r>
                        <a:rPr lang="en-US" sz="1300" dirty="0">
                          <a:solidFill>
                            <a:srgbClr val="D9D9D9"/>
                          </a:solidFill>
                          <a:latin typeface="Arial" panose="020B0604020202020204" pitchFamily="34" charset="0"/>
                          <a:cs typeface="Arial" panose="020B0604020202020204" pitchFamily="34" charset="0"/>
                        </a:rPr>
                        <a:t>You can see a tutorial here: </a:t>
                      </a:r>
                      <a:r>
                        <a:rPr lang="en-US" sz="1300" u="sng" dirty="0">
                          <a:solidFill>
                            <a:srgbClr val="FFC000"/>
                          </a:solidFill>
                          <a:latin typeface="Arial" panose="020B0604020202020204" pitchFamily="34" charset="0"/>
                          <a:cs typeface="Arial" panose="020B0604020202020204" pitchFamily="34" charset="0"/>
                        </a:rPr>
                        <a:t>https://</a:t>
                      </a:r>
                      <a:r>
                        <a:rPr lang="en-US" sz="1300" u="sng" dirty="0" err="1">
                          <a:solidFill>
                            <a:srgbClr val="FFC000"/>
                          </a:solidFill>
                          <a:latin typeface="Arial" panose="020B0604020202020204" pitchFamily="34" charset="0"/>
                          <a:cs typeface="Arial" panose="020B0604020202020204" pitchFamily="34" charset="0"/>
                        </a:rPr>
                        <a:t>www.posterpresentations.com</a:t>
                      </a:r>
                      <a:r>
                        <a:rPr lang="en-US" sz="1300" u="sng" dirty="0">
                          <a:solidFill>
                            <a:srgbClr val="FFC000"/>
                          </a:solidFill>
                          <a:latin typeface="Arial" panose="020B0604020202020204" pitchFamily="34" charset="0"/>
                          <a:cs typeface="Arial" panose="020B0604020202020204" pitchFamily="34" charset="0"/>
                        </a:rPr>
                        <a:t>/how-to-change-the-column-</a:t>
                      </a:r>
                      <a:r>
                        <a:rPr lang="en-US" sz="1300" u="sng" dirty="0" err="1">
                          <a:solidFill>
                            <a:srgbClr val="FFC000"/>
                          </a:solidFill>
                          <a:latin typeface="Arial" panose="020B0604020202020204" pitchFamily="34" charset="0"/>
                          <a:cs typeface="Arial" panose="020B0604020202020204" pitchFamily="34" charset="0"/>
                        </a:rPr>
                        <a:t>configuration.html</a:t>
                      </a:r>
                      <a:endParaRPr lang="en-US" sz="4400" u="sng" dirty="0">
                        <a:solidFill>
                          <a:srgbClr val="FFC000"/>
                        </a:solidFill>
                      </a:endParaRPr>
                    </a:p>
                  </a:txBody>
                  <a:tcPr marL="190527" marR="95264" marT="142896" marB="47632">
                    <a:solidFill>
                      <a:schemeClr val="tx1"/>
                    </a:solidFill>
                  </a:tcPr>
                </a:tc>
                <a:tc hMerge="1">
                  <a:txBody>
                    <a:bodyPr/>
                    <a:lstStyle/>
                    <a:p>
                      <a:endParaRPr lang="en-US" sz="2400" dirty="0">
                        <a:solidFill>
                          <a:srgbClr val="1F3A4E"/>
                        </a:solidFill>
                      </a:endParaRPr>
                    </a:p>
                  </a:txBody>
                  <a:tcPr marL="182880" marT="137160">
                    <a:blipFill rotWithShape="1">
                      <a:blip r:embed="rId9"/>
                      <a:stretch>
                        <a:fillRect/>
                      </a:stretch>
                    </a:blipFill>
                  </a:tcPr>
                </a:tc>
                <a:tc hMerge="1">
                  <a:txBody>
                    <a:bodyPr/>
                    <a:lstStyle/>
                    <a:p>
                      <a:pPr marL="0" marR="0" indent="0" algn="l" defTabSz="3765366" rtl="0" eaLnBrk="1" fontAlgn="auto" latinLnBrk="0" hangingPunct="1">
                        <a:lnSpc>
                          <a:spcPct val="100000"/>
                        </a:lnSpc>
                        <a:spcBef>
                          <a:spcPts val="0"/>
                        </a:spcBef>
                        <a:spcAft>
                          <a:spcPts val="0"/>
                        </a:spcAft>
                        <a:buClrTx/>
                        <a:buSzTx/>
                        <a:buFontTx/>
                        <a:buNone/>
                        <a:tabLst/>
                        <a:defRPr/>
                      </a:pPr>
                      <a:endParaRPr lang="en-US" sz="4400" u="sng" dirty="0">
                        <a:solidFill>
                          <a:srgbClr val="FFC000"/>
                        </a:solidFill>
                      </a:endParaRPr>
                    </a:p>
                  </a:txBody>
                  <a:tcPr marL="190527" marR="95264" marT="142896" marB="47632">
                    <a:solidFill>
                      <a:schemeClr val="tx1"/>
                    </a:solidFill>
                  </a:tcPr>
                </a:tc>
                <a:extLst>
                  <a:ext uri="{0D108BD9-81ED-4DB2-BD59-A6C34878D82A}">
                    <a16:rowId xmlns:a16="http://schemas.microsoft.com/office/drawing/2014/main" val="10004"/>
                  </a:ext>
                </a:extLst>
              </a:tr>
              <a:tr h="1587221">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1300" noProof="0" dirty="0">
                        <a:solidFill>
                          <a:srgbClr val="D9D9D9"/>
                        </a:solidFill>
                        <a:latin typeface="Arial" panose="020B0604020202020204" pitchFamily="34" charset="0"/>
                        <a:cs typeface="Arial" panose="020B0604020202020204" pitchFamily="34" charset="0"/>
                      </a:endParaRPr>
                    </a:p>
                  </a:txBody>
                  <a:tcPr marL="95264" marR="95264" marT="47632" marB="47632">
                    <a:blipFill dpi="0" rotWithShape="1">
                      <a:blip r:embed="rId10">
                        <a:extLst>
                          <a:ext uri="{28A0092B-C50C-407E-A947-70E740481C1C}">
                            <a14:useLocalDpi xmlns:a14="http://schemas.microsoft.com/office/drawing/2010/main" val="0"/>
                          </a:ext>
                        </a:extLst>
                      </a:blip>
                      <a:srcRect/>
                      <a:stretch>
                        <a:fillRect/>
                      </a:stretch>
                    </a:blipFill>
                  </a:tcPr>
                </a:tc>
                <a:tc hMerge="1">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1500" b="1" noProof="0">
                          <a:solidFill>
                            <a:srgbClr val="FFC000"/>
                          </a:solidFill>
                          <a:latin typeface="Arial" panose="020B0604020202020204" pitchFamily="34" charset="0"/>
                          <a:cs typeface="Arial" panose="020B0604020202020204" pitchFamily="34" charset="0"/>
                        </a:rPr>
                        <a:t>How to hide the QUICK START GUIDE bars from the sides of the template</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1300" noProof="0">
                          <a:solidFill>
                            <a:srgbClr val="D9D9D9"/>
                          </a:solidFill>
                          <a:latin typeface="Arial" panose="020B0604020202020204" pitchFamily="34" charset="0"/>
                          <a:cs typeface="Arial" panose="020B0604020202020204" pitchFamily="34" charset="0"/>
                        </a:rPr>
                        <a:t>The Quick Start</a:t>
                      </a:r>
                      <a:r>
                        <a:rPr lang="en-US" sz="1300" baseline="0" noProof="0">
                          <a:solidFill>
                            <a:srgbClr val="D9D9D9"/>
                          </a:solidFill>
                          <a:latin typeface="Arial" panose="020B0604020202020204" pitchFamily="34" charset="0"/>
                          <a:cs typeface="Arial" panose="020B0604020202020204" pitchFamily="34" charset="0"/>
                        </a:rPr>
                        <a:t> Guides</a:t>
                      </a:r>
                      <a:r>
                        <a:rPr lang="en-US" sz="1300" noProof="0">
                          <a:solidFill>
                            <a:srgbClr val="D9D9D9"/>
                          </a:solidFill>
                          <a:latin typeface="Arial" panose="020B0604020202020204" pitchFamily="34" charset="0"/>
                          <a:cs typeface="Arial" panose="020B0604020202020204" pitchFamily="34" charset="0"/>
                        </a:rPr>
                        <a:t> </a:t>
                      </a:r>
                      <a:r>
                        <a:rPr lang="en-US" sz="1300" u="sng" noProof="0">
                          <a:solidFill>
                            <a:srgbClr val="D9D9D9"/>
                          </a:solidFill>
                          <a:latin typeface="Arial" panose="020B0604020202020204" pitchFamily="34" charset="0"/>
                          <a:cs typeface="Arial" panose="020B0604020202020204" pitchFamily="34" charset="0"/>
                        </a:rPr>
                        <a:t>are outside the template’s printable area</a:t>
                      </a:r>
                      <a:r>
                        <a:rPr lang="en-US" sz="1300" noProof="0">
                          <a:solidFill>
                            <a:srgbClr val="D9D9D9"/>
                          </a:solidFill>
                          <a:latin typeface="Arial" panose="020B0604020202020204" pitchFamily="34" charset="0"/>
                          <a:cs typeface="Arial" panose="020B0604020202020204" pitchFamily="34" charset="0"/>
                        </a:rPr>
                        <a:t> and they will not be on the printed poster</a:t>
                      </a:r>
                      <a:r>
                        <a:rPr lang="en-US" sz="1300" baseline="0" noProof="0">
                          <a:solidFill>
                            <a:srgbClr val="D9D9D9"/>
                          </a:solidFill>
                          <a:latin typeface="Arial" panose="020B0604020202020204" pitchFamily="34" charset="0"/>
                          <a:cs typeface="Arial" panose="020B0604020202020204" pitchFamily="34" charset="0"/>
                        </a:rPr>
                        <a:t>. </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1300" baseline="0" noProof="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1300" baseline="0" noProof="0">
                          <a:solidFill>
                            <a:srgbClr val="D9D9D9"/>
                          </a:solidFill>
                          <a:latin typeface="Arial" panose="020B0604020202020204" pitchFamily="34" charset="0"/>
                          <a:cs typeface="Arial" panose="020B0604020202020204" pitchFamily="34" charset="0"/>
                        </a:rPr>
                        <a:t>If you create a PDF file from your template, the guides will not be included.</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1300" baseline="0" noProof="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1300" baseline="0" noProof="0">
                          <a:solidFill>
                            <a:srgbClr val="D9D9D9"/>
                          </a:solidFill>
                          <a:latin typeface="Arial" panose="020B0604020202020204" pitchFamily="34" charset="0"/>
                          <a:cs typeface="Arial" panose="020B0604020202020204" pitchFamily="34" charset="0"/>
                        </a:rPr>
                        <a:t>To hide the guides click on the </a:t>
                      </a:r>
                      <a:r>
                        <a:rPr lang="en-US" sz="1300" b="1" baseline="0" noProof="0">
                          <a:solidFill>
                            <a:srgbClr val="D9D9D9"/>
                          </a:solidFill>
                          <a:latin typeface="Arial" panose="020B0604020202020204" pitchFamily="34" charset="0"/>
                          <a:cs typeface="Arial" panose="020B0604020202020204" pitchFamily="34" charset="0"/>
                        </a:rPr>
                        <a:t>Home</a:t>
                      </a:r>
                      <a:r>
                        <a:rPr lang="en-US" sz="1300" baseline="0" noProof="0">
                          <a:solidFill>
                            <a:srgbClr val="D9D9D9"/>
                          </a:solidFill>
                          <a:latin typeface="Arial" panose="020B0604020202020204" pitchFamily="34" charset="0"/>
                          <a:cs typeface="Arial" panose="020B0604020202020204" pitchFamily="34" charset="0"/>
                        </a:rPr>
                        <a:t> tab (top of the screen) and then click on the </a:t>
                      </a:r>
                      <a:r>
                        <a:rPr lang="en-US" sz="1300" b="1" baseline="0" noProof="0">
                          <a:solidFill>
                            <a:srgbClr val="D9D9D9"/>
                          </a:solidFill>
                          <a:latin typeface="Arial" panose="020B0604020202020204" pitchFamily="34" charset="0"/>
                          <a:cs typeface="Arial" panose="020B0604020202020204" pitchFamily="34" charset="0"/>
                        </a:rPr>
                        <a:t>Layout</a:t>
                      </a:r>
                      <a:r>
                        <a:rPr lang="en-US" sz="1300" baseline="0" noProof="0">
                          <a:solidFill>
                            <a:srgbClr val="D9D9D9"/>
                          </a:solidFill>
                          <a:latin typeface="Arial" panose="020B0604020202020204" pitchFamily="34" charset="0"/>
                          <a:cs typeface="Arial" panose="020B0604020202020204" pitchFamily="34" charset="0"/>
                        </a:rPr>
                        <a:t> button below to see the available layouts. Choose the </a:t>
                      </a:r>
                      <a:r>
                        <a:rPr lang="en-US" sz="1300" b="1" baseline="0" noProof="0">
                          <a:solidFill>
                            <a:srgbClr val="D9D9D9"/>
                          </a:solidFill>
                          <a:latin typeface="Arial" panose="020B0604020202020204" pitchFamily="34" charset="0"/>
                          <a:cs typeface="Arial" panose="020B0604020202020204" pitchFamily="34" charset="0"/>
                        </a:rPr>
                        <a:t>Without Guides </a:t>
                      </a:r>
                      <a:r>
                        <a:rPr lang="en-US" sz="1300" b="0" baseline="0" noProof="0">
                          <a:solidFill>
                            <a:srgbClr val="D9D9D9"/>
                          </a:solidFill>
                          <a:latin typeface="Arial" panose="020B0604020202020204" pitchFamily="34" charset="0"/>
                          <a:cs typeface="Arial" panose="020B0604020202020204" pitchFamily="34" charset="0"/>
                        </a:rPr>
                        <a:t>layout</a:t>
                      </a:r>
                      <a:r>
                        <a:rPr lang="en-US" sz="1300" baseline="0" noProof="0">
                          <a:solidFill>
                            <a:srgbClr val="D9D9D9"/>
                          </a:solidFill>
                          <a:latin typeface="Arial" panose="020B0604020202020204" pitchFamily="34" charset="0"/>
                          <a:cs typeface="Arial" panose="020B0604020202020204" pitchFamily="34" charset="0"/>
                        </a:rPr>
                        <a:t>.</a:t>
                      </a:r>
                      <a:endParaRPr lang="en-US" sz="1300" noProof="0" dirty="0">
                        <a:solidFill>
                          <a:srgbClr val="D9D9D9"/>
                        </a:solidFill>
                        <a:latin typeface="Arial" panose="020B0604020202020204" pitchFamily="34" charset="0"/>
                        <a:cs typeface="Arial" panose="020B0604020202020204" pitchFamily="34" charset="0"/>
                      </a:endParaRPr>
                    </a:p>
                  </a:txBody>
                  <a:tcPr marL="95264" marR="95264" marT="47632" marB="47632">
                    <a:solidFill>
                      <a:srgbClr val="010101"/>
                    </a:solidFill>
                  </a:tcPr>
                </a:tc>
                <a:tc row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1500" b="1" noProof="0" dirty="0">
                          <a:solidFill>
                            <a:srgbClr val="FFC000"/>
                          </a:solidFill>
                          <a:latin typeface="Arial" panose="020B0604020202020204" pitchFamily="34" charset="0"/>
                          <a:cs typeface="Arial" panose="020B0604020202020204" pitchFamily="34" charset="0"/>
                        </a:rPr>
                        <a:t>How to hide the QUICK START GUIDE bars from the sides of the template</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1300" noProof="0" dirty="0">
                          <a:solidFill>
                            <a:srgbClr val="D9D9D9"/>
                          </a:solidFill>
                          <a:latin typeface="Arial" panose="020B0604020202020204" pitchFamily="34" charset="0"/>
                          <a:cs typeface="Arial" panose="020B0604020202020204" pitchFamily="34" charset="0"/>
                        </a:rPr>
                        <a:t>The Quick Start</a:t>
                      </a:r>
                      <a:r>
                        <a:rPr lang="en-US" sz="1300" baseline="0" noProof="0" dirty="0">
                          <a:solidFill>
                            <a:srgbClr val="D9D9D9"/>
                          </a:solidFill>
                          <a:latin typeface="Arial" panose="020B0604020202020204" pitchFamily="34" charset="0"/>
                          <a:cs typeface="Arial" panose="020B0604020202020204" pitchFamily="34" charset="0"/>
                        </a:rPr>
                        <a:t> Guides</a:t>
                      </a:r>
                      <a:r>
                        <a:rPr lang="en-US" sz="1300" noProof="0" dirty="0">
                          <a:solidFill>
                            <a:srgbClr val="D9D9D9"/>
                          </a:solidFill>
                          <a:latin typeface="Arial" panose="020B0604020202020204" pitchFamily="34" charset="0"/>
                          <a:cs typeface="Arial" panose="020B0604020202020204" pitchFamily="34" charset="0"/>
                        </a:rPr>
                        <a:t> </a:t>
                      </a:r>
                      <a:r>
                        <a:rPr lang="en-US" sz="1300" u="sng" noProof="0" dirty="0">
                          <a:solidFill>
                            <a:srgbClr val="D9D9D9"/>
                          </a:solidFill>
                          <a:latin typeface="Arial" panose="020B0604020202020204" pitchFamily="34" charset="0"/>
                          <a:cs typeface="Arial" panose="020B0604020202020204" pitchFamily="34" charset="0"/>
                        </a:rPr>
                        <a:t>are outside the template’s printable area</a:t>
                      </a:r>
                      <a:r>
                        <a:rPr lang="en-US" sz="1300" noProof="0" dirty="0">
                          <a:solidFill>
                            <a:srgbClr val="D9D9D9"/>
                          </a:solidFill>
                          <a:latin typeface="Arial" panose="020B0604020202020204" pitchFamily="34" charset="0"/>
                          <a:cs typeface="Arial" panose="020B0604020202020204" pitchFamily="34" charset="0"/>
                        </a:rPr>
                        <a:t> and they will not be on the printed poster</a:t>
                      </a:r>
                      <a:r>
                        <a:rPr lang="en-US" sz="1300" baseline="0" noProof="0" dirty="0">
                          <a:solidFill>
                            <a:srgbClr val="D9D9D9"/>
                          </a:solidFill>
                          <a:latin typeface="Arial" panose="020B0604020202020204" pitchFamily="34" charset="0"/>
                          <a:cs typeface="Arial" panose="020B0604020202020204" pitchFamily="34" charset="0"/>
                        </a:rPr>
                        <a:t>. </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1300" baseline="0" noProof="0" dirty="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1300" baseline="0" noProof="0" dirty="0">
                          <a:solidFill>
                            <a:srgbClr val="D9D9D9"/>
                          </a:solidFill>
                          <a:latin typeface="Arial" panose="020B0604020202020204" pitchFamily="34" charset="0"/>
                          <a:cs typeface="Arial" panose="020B0604020202020204" pitchFamily="34" charset="0"/>
                        </a:rPr>
                        <a:t>If you create a PDF file from your template, the guides will not be included.</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1300" baseline="0" noProof="0" dirty="0">
                        <a:solidFill>
                          <a:srgbClr val="D9D9D9"/>
                        </a:solidFill>
                        <a:latin typeface="Arial" panose="020B0604020202020204" pitchFamily="34" charset="0"/>
                        <a:cs typeface="Arial" panose="020B0604020202020204" pitchFamily="34" charset="0"/>
                      </a:endParaRPr>
                    </a:p>
                  </a:txBody>
                  <a:tcPr marL="95264" marR="95264" marT="47632" marB="47632">
                    <a:solidFill>
                      <a:srgbClr val="010101"/>
                    </a:solidFill>
                  </a:tcPr>
                </a:tc>
                <a:extLst>
                  <a:ext uri="{0D108BD9-81ED-4DB2-BD59-A6C34878D82A}">
                    <a16:rowId xmlns:a16="http://schemas.microsoft.com/office/drawing/2014/main" val="10005"/>
                  </a:ext>
                </a:extLst>
              </a:tr>
              <a:tr h="1653209">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1300" baseline="0" noProof="0" dirty="0">
                        <a:solidFill>
                          <a:srgbClr val="D9D9D9"/>
                        </a:solidFill>
                        <a:latin typeface="Arial" panose="020B0604020202020204" pitchFamily="34" charset="0"/>
                        <a:cs typeface="Arial" panose="020B0604020202020204" pitchFamily="34" charset="0"/>
                      </a:endParaRPr>
                    </a:p>
                    <a:p>
                      <a:pPr marL="0" marR="0" lvl="0" indent="0" algn="l" defTabSz="1518341" rtl="0" eaLnBrk="1" fontAlgn="auto" latinLnBrk="0" hangingPunct="1">
                        <a:lnSpc>
                          <a:spcPct val="100000"/>
                        </a:lnSpc>
                        <a:spcBef>
                          <a:spcPts val="0"/>
                        </a:spcBef>
                        <a:spcAft>
                          <a:spcPts val="0"/>
                        </a:spcAft>
                        <a:buClrTx/>
                        <a:buSzTx/>
                        <a:buFontTx/>
                        <a:buNone/>
                        <a:tabLst/>
                        <a:defRPr/>
                      </a:pPr>
                      <a:r>
                        <a:rPr lang="en-US" sz="1300" baseline="0" noProof="0" dirty="0">
                          <a:solidFill>
                            <a:srgbClr val="D9D9D9"/>
                          </a:solidFill>
                          <a:latin typeface="Arial" panose="020B0604020202020204" pitchFamily="34" charset="0"/>
                          <a:cs typeface="Arial" panose="020B0604020202020204" pitchFamily="34" charset="0"/>
                        </a:rPr>
                        <a:t>To hide the guides click on the </a:t>
                      </a:r>
                      <a:r>
                        <a:rPr lang="en-US" sz="1300" b="1" baseline="0" noProof="0" dirty="0">
                          <a:solidFill>
                            <a:srgbClr val="D9D9D9"/>
                          </a:solidFill>
                          <a:latin typeface="Arial" panose="020B0604020202020204" pitchFamily="34" charset="0"/>
                          <a:cs typeface="Arial" panose="020B0604020202020204" pitchFamily="34" charset="0"/>
                        </a:rPr>
                        <a:t>Home</a:t>
                      </a:r>
                      <a:r>
                        <a:rPr lang="en-US" sz="1300" baseline="0" noProof="0" dirty="0">
                          <a:solidFill>
                            <a:srgbClr val="D9D9D9"/>
                          </a:solidFill>
                          <a:latin typeface="Arial" panose="020B0604020202020204" pitchFamily="34" charset="0"/>
                          <a:cs typeface="Arial" panose="020B0604020202020204" pitchFamily="34" charset="0"/>
                        </a:rPr>
                        <a:t> tab (top of the screen) and then click on the </a:t>
                      </a:r>
                      <a:r>
                        <a:rPr lang="en-US" sz="1300" b="1" baseline="0" noProof="0" dirty="0">
                          <a:solidFill>
                            <a:srgbClr val="D9D9D9"/>
                          </a:solidFill>
                          <a:latin typeface="Arial" panose="020B0604020202020204" pitchFamily="34" charset="0"/>
                          <a:cs typeface="Arial" panose="020B0604020202020204" pitchFamily="34" charset="0"/>
                        </a:rPr>
                        <a:t>Layout</a:t>
                      </a:r>
                      <a:r>
                        <a:rPr lang="en-US" sz="1300" baseline="0" noProof="0" dirty="0">
                          <a:solidFill>
                            <a:srgbClr val="D9D9D9"/>
                          </a:solidFill>
                          <a:latin typeface="Arial" panose="020B0604020202020204" pitchFamily="34" charset="0"/>
                          <a:cs typeface="Arial" panose="020B0604020202020204" pitchFamily="34" charset="0"/>
                        </a:rPr>
                        <a:t> button below to see the available layouts. Choose the </a:t>
                      </a:r>
                      <a:r>
                        <a:rPr lang="en-US" sz="1300" b="1" baseline="0" noProof="0" dirty="0">
                          <a:solidFill>
                            <a:srgbClr val="D9D9D9"/>
                          </a:solidFill>
                          <a:latin typeface="Arial" panose="020B0604020202020204" pitchFamily="34" charset="0"/>
                          <a:cs typeface="Arial" panose="020B0604020202020204" pitchFamily="34" charset="0"/>
                        </a:rPr>
                        <a:t>Without Guides </a:t>
                      </a:r>
                      <a:r>
                        <a:rPr lang="en-US" sz="1300" b="0" baseline="0" noProof="0" dirty="0">
                          <a:solidFill>
                            <a:srgbClr val="D9D9D9"/>
                          </a:solidFill>
                          <a:latin typeface="Arial" panose="020B0604020202020204" pitchFamily="34" charset="0"/>
                          <a:cs typeface="Arial" panose="020B0604020202020204" pitchFamily="34" charset="0"/>
                        </a:rPr>
                        <a:t>layout</a:t>
                      </a:r>
                      <a:r>
                        <a:rPr lang="en-US" sz="1300" baseline="0" noProof="0" dirty="0">
                          <a:solidFill>
                            <a:srgbClr val="D9D9D9"/>
                          </a:solidFill>
                          <a:latin typeface="Arial" panose="020B0604020202020204" pitchFamily="34" charset="0"/>
                          <a:cs typeface="Arial" panose="020B0604020202020204" pitchFamily="34" charset="0"/>
                        </a:rPr>
                        <a:t>.</a:t>
                      </a:r>
                      <a:endParaRPr lang="en-US" sz="1300" noProof="0" dirty="0">
                        <a:solidFill>
                          <a:srgbClr val="D9D9D9"/>
                        </a:solidFill>
                        <a:latin typeface="Arial" panose="020B0604020202020204" pitchFamily="34" charset="0"/>
                        <a:cs typeface="Arial" panose="020B0604020202020204" pitchFamily="34" charset="0"/>
                      </a:endParaRPr>
                    </a:p>
                    <a:p>
                      <a:pPr marL="0" marR="0" lvl="0" indent="0" algn="l" defTabSz="1518341" rtl="0" eaLnBrk="1" fontAlgn="auto" latinLnBrk="0" hangingPunct="1">
                        <a:lnSpc>
                          <a:spcPct val="100000"/>
                        </a:lnSpc>
                        <a:spcBef>
                          <a:spcPts val="0"/>
                        </a:spcBef>
                        <a:spcAft>
                          <a:spcPts val="0"/>
                        </a:spcAft>
                        <a:buClrTx/>
                        <a:buSzTx/>
                        <a:buFontTx/>
                        <a:buNone/>
                        <a:tabLst/>
                        <a:defRPr/>
                      </a:pPr>
                      <a:endParaRPr lang="en-US" sz="1300" noProof="0" dirty="0">
                        <a:solidFill>
                          <a:srgbClr val="D9D9D9"/>
                        </a:solidFill>
                        <a:latin typeface="Arial" panose="020B0604020202020204" pitchFamily="34" charset="0"/>
                        <a:cs typeface="Arial" panose="020B0604020202020204" pitchFamily="34" charset="0"/>
                      </a:endParaRPr>
                    </a:p>
                  </a:txBody>
                  <a:tcPr marL="95264" marR="95264" marT="47632" marB="47632">
                    <a:solidFill>
                      <a:srgbClr val="010101"/>
                    </a:solidFill>
                  </a:tcPr>
                </a:tc>
                <a:tc hMerge="1">
                  <a:txBody>
                    <a:bodyPr/>
                    <a:lstStyle/>
                    <a:p>
                      <a:endParaRPr lang="en-US"/>
                    </a:p>
                  </a:txBody>
                  <a:tcPr/>
                </a:tc>
                <a:tc vMerge="1">
                  <a:txBody>
                    <a:bodyPr/>
                    <a:lstStyle/>
                    <a:p>
                      <a:endParaRPr lang="en-US"/>
                    </a:p>
                  </a:txBody>
                  <a:tcPr/>
                </a:tc>
                <a:extLst>
                  <a:ext uri="{0D108BD9-81ED-4DB2-BD59-A6C34878D82A}">
                    <a16:rowId xmlns:a16="http://schemas.microsoft.com/office/drawing/2014/main" val="1766341567"/>
                  </a:ext>
                </a:extLst>
              </a:tr>
              <a:tr h="1670206">
                <a:tc gridSpan="2">
                  <a:txBody>
                    <a:bodyPr/>
                    <a:lstStyle/>
                    <a:p>
                      <a:r>
                        <a:rPr lang="en-US" sz="1500" b="1" dirty="0">
                          <a:solidFill>
                            <a:srgbClr val="FFC000"/>
                          </a:solidFill>
                          <a:latin typeface="Arial" panose="020B0604020202020204" pitchFamily="34" charset="0"/>
                          <a:cs typeface="Arial" panose="020B0604020202020204" pitchFamily="34" charset="0"/>
                        </a:rPr>
                        <a:t>How to</a:t>
                      </a:r>
                      <a:r>
                        <a:rPr lang="en-US" sz="1500" b="1" baseline="0" dirty="0">
                          <a:solidFill>
                            <a:srgbClr val="FFC000"/>
                          </a:solidFill>
                          <a:latin typeface="Arial" panose="020B0604020202020204" pitchFamily="34" charset="0"/>
                          <a:cs typeface="Arial" panose="020B0604020202020204" pitchFamily="34" charset="0"/>
                        </a:rPr>
                        <a:t> preview your poster prior to presenting</a:t>
                      </a:r>
                      <a:endParaRPr lang="en-US" sz="1500" b="1" dirty="0">
                        <a:solidFill>
                          <a:srgbClr val="FFC000"/>
                        </a:solidFill>
                        <a:latin typeface="Arial" panose="020B0604020202020204" pitchFamily="34" charset="0"/>
                        <a:cs typeface="Arial" panose="020B0604020202020204" pitchFamily="34" charset="0"/>
                      </a:endParaRPr>
                    </a:p>
                    <a:p>
                      <a:r>
                        <a:rPr lang="en-US" sz="1300" dirty="0">
                          <a:solidFill>
                            <a:srgbClr val="D9D9D9"/>
                          </a:solidFill>
                          <a:latin typeface="Arial" panose="020B0604020202020204" pitchFamily="34" charset="0"/>
                          <a:cs typeface="Arial" panose="020B0604020202020204" pitchFamily="34" charset="0"/>
                        </a:rPr>
                        <a:t>You can preview your poster at any time by pressing the </a:t>
                      </a:r>
                      <a:r>
                        <a:rPr lang="en-US" sz="1300" dirty="0">
                          <a:solidFill>
                            <a:srgbClr val="FFC000"/>
                          </a:solidFill>
                          <a:latin typeface="Arial" panose="020B0604020202020204" pitchFamily="34" charset="0"/>
                          <a:cs typeface="Arial" panose="020B0604020202020204" pitchFamily="34" charset="0"/>
                        </a:rPr>
                        <a:t>F5 key</a:t>
                      </a:r>
                      <a:r>
                        <a:rPr lang="en-US" sz="1300" dirty="0">
                          <a:solidFill>
                            <a:srgbClr val="D9D9D9"/>
                          </a:solidFill>
                          <a:latin typeface="Arial" panose="020B0604020202020204" pitchFamily="34" charset="0"/>
                          <a:cs typeface="Arial" panose="020B0604020202020204" pitchFamily="34" charset="0"/>
                        </a:rPr>
                        <a:t> on your keyboard. You will see on the screen what's on your poster and how it should look when printed. Press the </a:t>
                      </a:r>
                      <a:r>
                        <a:rPr lang="en-US" sz="1300" dirty="0">
                          <a:solidFill>
                            <a:srgbClr val="FFC000"/>
                          </a:solidFill>
                          <a:latin typeface="Arial" panose="020B0604020202020204" pitchFamily="34" charset="0"/>
                          <a:cs typeface="Arial" panose="020B0604020202020204" pitchFamily="34" charset="0"/>
                        </a:rPr>
                        <a:t>ESC key </a:t>
                      </a:r>
                      <a:r>
                        <a:rPr lang="en-US" sz="1300" dirty="0">
                          <a:solidFill>
                            <a:srgbClr val="D9D9D9"/>
                          </a:solidFill>
                          <a:latin typeface="Arial" panose="020B0604020202020204" pitchFamily="34" charset="0"/>
                          <a:cs typeface="Arial" panose="020B0604020202020204" pitchFamily="34" charset="0"/>
                        </a:rPr>
                        <a:t>to exit Preview.</a:t>
                      </a:r>
                    </a:p>
                  </a:txBody>
                  <a:tcPr marL="95264" marR="95264" marT="47632" marB="47632">
                    <a:solidFill>
                      <a:srgbClr val="010101"/>
                    </a:solidFill>
                  </a:tcPr>
                </a:tc>
                <a:tc hMerge="1">
                  <a:txBody>
                    <a:bodyPr/>
                    <a:lstStyle/>
                    <a:p>
                      <a:r>
                        <a:rPr lang="en-US" sz="5900" b="1" dirty="0">
                          <a:solidFill>
                            <a:srgbClr val="D9D9D9"/>
                          </a:solidFill>
                          <a:latin typeface="Arial" panose="020B0604020202020204" pitchFamily="34" charset="0"/>
                          <a:cs typeface="Arial" panose="020B0604020202020204" pitchFamily="34" charset="0"/>
                        </a:rPr>
                        <a:t>F5</a:t>
                      </a:r>
                      <a:r>
                        <a:rPr lang="en-US" sz="1300" baseline="0" dirty="0">
                          <a:solidFill>
                            <a:srgbClr val="D9D9D9"/>
                          </a:solidFill>
                          <a:latin typeface="Arial" panose="020B0604020202020204" pitchFamily="34" charset="0"/>
                          <a:cs typeface="Arial" panose="020B0604020202020204" pitchFamily="34" charset="0"/>
                        </a:rPr>
                        <a:t> </a:t>
                      </a:r>
                      <a:endParaRPr lang="en-US" dirty="0"/>
                    </a:p>
                  </a:txBody>
                  <a:tcPr marL="106881" marR="53440" marT="70140" marB="23380" anchor="ctr">
                    <a:solidFill>
                      <a:schemeClr val="tx1">
                        <a:lumMod val="95000"/>
                        <a:lumOff val="5000"/>
                      </a:schemeClr>
                    </a:solidFill>
                  </a:tcPr>
                </a:tc>
                <a:tc>
                  <a:txBody>
                    <a:bodyPr/>
                    <a:lstStyle/>
                    <a:p>
                      <a:r>
                        <a:rPr lang="en-US" sz="5900" b="1" dirty="0">
                          <a:solidFill>
                            <a:srgbClr val="D9D9D9"/>
                          </a:solidFill>
                          <a:latin typeface="Arial" panose="020B0604020202020204" pitchFamily="34" charset="0"/>
                          <a:cs typeface="Arial" panose="020B0604020202020204" pitchFamily="34" charset="0"/>
                        </a:rPr>
                        <a:t>F5</a:t>
                      </a:r>
                      <a:r>
                        <a:rPr lang="en-US" sz="1300" baseline="0" dirty="0">
                          <a:solidFill>
                            <a:srgbClr val="D9D9D9"/>
                          </a:solidFill>
                          <a:latin typeface="Arial" panose="020B0604020202020204" pitchFamily="34" charset="0"/>
                          <a:cs typeface="Arial" panose="020B0604020202020204" pitchFamily="34" charset="0"/>
                        </a:rPr>
                        <a:t> </a:t>
                      </a:r>
                      <a:endParaRPr lang="en-US" dirty="0"/>
                    </a:p>
                  </a:txBody>
                  <a:tcPr marL="106881" marR="53440" marT="70140" marB="23380" anchor="ctr">
                    <a:solidFill>
                      <a:schemeClr val="tx1">
                        <a:lumMod val="95000"/>
                        <a:lumOff val="5000"/>
                      </a:schemeClr>
                    </a:solidFill>
                  </a:tcPr>
                </a:tc>
                <a:extLst>
                  <a:ext uri="{0D108BD9-81ED-4DB2-BD59-A6C34878D82A}">
                    <a16:rowId xmlns:a16="http://schemas.microsoft.com/office/drawing/2014/main" val="10006"/>
                  </a:ext>
                </a:extLst>
              </a:tr>
              <a:tr h="880793">
                <a:tc gridSpan="3">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1500" b="1" noProof="0" dirty="0">
                          <a:solidFill>
                            <a:srgbClr val="FFC000"/>
                          </a:solidFill>
                          <a:latin typeface="Arial"/>
                          <a:cs typeface="Arial"/>
                        </a:rPr>
                        <a:t>How to present your poster</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1300" noProof="0" dirty="0">
                          <a:solidFill>
                            <a:srgbClr val="D9D9D9"/>
                          </a:solidFill>
                          <a:latin typeface="Arial"/>
                          <a:cs typeface="Arial"/>
                        </a:rPr>
                        <a:t>When you finish designing your poster and are ready to virtually present it, follow the conference organizers' instructions. </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1300" noProof="0" dirty="0">
                        <a:solidFill>
                          <a:srgbClr val="D9D9D9"/>
                        </a:solidFill>
                        <a:latin typeface="Arial"/>
                        <a:cs typeface="Arial"/>
                      </a:endParaRPr>
                    </a:p>
                  </a:txBody>
                  <a:tcPr marL="95264" marR="95264" marT="47632" marB="47632">
                    <a:solidFill>
                      <a:srgbClr val="010101"/>
                    </a:solidFill>
                  </a:tcPr>
                </a:tc>
                <a:tc hMerge="1">
                  <a:txBody>
                    <a:bodyPr/>
                    <a:lstStyle/>
                    <a:p>
                      <a:endParaRPr lang="en-US"/>
                    </a:p>
                  </a:txBody>
                  <a:tcPr/>
                </a:tc>
                <a:tc hMerge="1">
                  <a:txBody>
                    <a:bodyPr/>
                    <a:lstStyle/>
                    <a:p>
                      <a:pPr marL="0" marR="0" lvl="0" indent="0" algn="l" defTabSz="114300" rtl="0" eaLnBrk="1" fontAlgn="auto" latinLnBrk="0" hangingPunct="1">
                        <a:lnSpc>
                          <a:spcPct val="100000"/>
                        </a:lnSpc>
                        <a:spcBef>
                          <a:spcPts val="0"/>
                        </a:spcBef>
                        <a:spcAft>
                          <a:spcPts val="0"/>
                        </a:spcAft>
                        <a:buClrTx/>
                        <a:buSzTx/>
                        <a:buFontTx/>
                        <a:buNone/>
                        <a:tabLst/>
                        <a:defRPr/>
                      </a:pPr>
                      <a:endParaRPr lang="en-US" sz="1300" noProof="0" dirty="0">
                        <a:solidFill>
                          <a:srgbClr val="D9D9D9"/>
                        </a:solidFill>
                        <a:latin typeface="Arial"/>
                        <a:cs typeface="Arial"/>
                      </a:endParaRPr>
                    </a:p>
                  </a:txBody>
                  <a:tcPr marL="95264" marR="95264" marT="47632" marB="47632">
                    <a:solidFill>
                      <a:srgbClr val="010101"/>
                    </a:solidFill>
                  </a:tcPr>
                </a:tc>
                <a:extLst>
                  <a:ext uri="{0D108BD9-81ED-4DB2-BD59-A6C34878D82A}">
                    <a16:rowId xmlns:a16="http://schemas.microsoft.com/office/drawing/2014/main" val="10007"/>
                  </a:ext>
                </a:extLst>
              </a:tr>
              <a:tr h="4224920">
                <a:tc gridSpan="3">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1600" b="1" noProof="0" dirty="0">
                          <a:solidFill>
                            <a:srgbClr val="FFC000"/>
                          </a:solidFill>
                          <a:latin typeface="Arial"/>
                          <a:cs typeface="Arial"/>
                        </a:rPr>
                        <a:t>Publish, present virtually, share, and discuss!</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1400" b="1" noProof="0" dirty="0">
                          <a:solidFill>
                            <a:srgbClr val="D9D9D9"/>
                          </a:solidFill>
                          <a:latin typeface="Arial"/>
                          <a:cs typeface="Arial"/>
                        </a:rPr>
                        <a:t>Submit your poster and add it to the Research Poster Virtual Library.</a:t>
                      </a:r>
                      <a:br>
                        <a:rPr lang="en-US" sz="1400" b="1" noProof="0" dirty="0">
                          <a:solidFill>
                            <a:srgbClr val="D9D9D9"/>
                          </a:solidFill>
                          <a:latin typeface="Arial"/>
                          <a:cs typeface="Arial"/>
                        </a:rPr>
                      </a:br>
                      <a:br>
                        <a:rPr lang="en-US" sz="1400" b="1" noProof="0" dirty="0">
                          <a:solidFill>
                            <a:srgbClr val="D9D9D9"/>
                          </a:solidFill>
                          <a:latin typeface="Arial"/>
                          <a:cs typeface="Arial"/>
                        </a:rPr>
                      </a:br>
                      <a:r>
                        <a:rPr lang="en-US" sz="1400" b="1" noProof="0" dirty="0">
                          <a:solidFill>
                            <a:schemeClr val="accent4"/>
                          </a:solidFill>
                          <a:latin typeface="Arial"/>
                          <a:cs typeface="Arial"/>
                        </a:rPr>
                        <a:t>Continuous</a:t>
                      </a:r>
                      <a:r>
                        <a:rPr lang="en-US" sz="1400" b="1" noProof="0" dirty="0">
                          <a:solidFill>
                            <a:srgbClr val="D9D9D9"/>
                          </a:solidFill>
                          <a:latin typeface="Arial"/>
                          <a:cs typeface="Arial"/>
                        </a:rPr>
                        <a:t> </a:t>
                      </a:r>
                      <a:r>
                        <a:rPr lang="en-US" sz="1400" b="1" noProof="0" dirty="0">
                          <a:solidFill>
                            <a:srgbClr val="FFC000"/>
                          </a:solidFill>
                          <a:latin typeface="Arial"/>
                          <a:cs typeface="Arial"/>
                        </a:rPr>
                        <a:t>global reach</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1400" b="0" noProof="0" dirty="0">
                          <a:solidFill>
                            <a:srgbClr val="D9D9D9"/>
                          </a:solidFill>
                          <a:latin typeface="Arial"/>
                          <a:cs typeface="Arial"/>
                        </a:rPr>
                        <a:t>Share your research with thousands of students, educators, scientists, and researchers from all over the United States and the World.</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1400" b="1" noProof="0" dirty="0">
                        <a:solidFill>
                          <a:srgbClr val="D9D9D9"/>
                        </a:solidFill>
                        <a:latin typeface="Arial"/>
                        <a:cs typeface="Arial"/>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1400" b="1" noProof="0" dirty="0">
                          <a:solidFill>
                            <a:srgbClr val="FFC000"/>
                          </a:solidFill>
                          <a:latin typeface="Arial"/>
                          <a:cs typeface="Arial"/>
                        </a:rPr>
                        <a:t>Full-featured poster showcase included</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1400" b="0" noProof="0" dirty="0">
                          <a:solidFill>
                            <a:srgbClr val="D9D9D9"/>
                          </a:solidFill>
                          <a:latin typeface="Arial"/>
                          <a:cs typeface="Arial"/>
                        </a:rPr>
                        <a:t>Present your poster on a  professional full-featured and customizable web page that includes full screen functions, social sharing, your own discussion board, private contact form, narration and more.</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1400" b="1" noProof="0" dirty="0">
                        <a:solidFill>
                          <a:srgbClr val="D9D9D9"/>
                        </a:solidFill>
                        <a:latin typeface="Arial"/>
                        <a:cs typeface="Arial"/>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1400" b="1" noProof="0" dirty="0">
                          <a:solidFill>
                            <a:srgbClr val="FFC000"/>
                          </a:solidFill>
                          <a:latin typeface="Arial"/>
                          <a:cs typeface="Arial"/>
                        </a:rPr>
                        <a:t>Convenience for presenter groups and conference coordinators </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1400" b="0" noProof="0" dirty="0">
                          <a:solidFill>
                            <a:srgbClr val="D9D9D9"/>
                          </a:solidFill>
                          <a:latin typeface="Arial"/>
                          <a:cs typeface="Arial"/>
                        </a:rPr>
                        <a:t>Published posters can easily be presented at virtual conferences. Perfect solution for organizers of meetings and conferences.</a:t>
                      </a:r>
                      <a:br>
                        <a:rPr lang="en-US" sz="1400" b="1" noProof="0" dirty="0">
                          <a:solidFill>
                            <a:srgbClr val="D9D9D9"/>
                          </a:solidFill>
                          <a:latin typeface="Arial"/>
                          <a:cs typeface="Arial"/>
                        </a:rPr>
                      </a:br>
                      <a:endParaRPr lang="en-US" sz="1400" b="1" noProof="0" dirty="0">
                        <a:solidFill>
                          <a:srgbClr val="D9D9D9"/>
                        </a:solidFill>
                        <a:latin typeface="Arial"/>
                        <a:cs typeface="Arial"/>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1600" b="1" noProof="0" dirty="0">
                          <a:solidFill>
                            <a:srgbClr val="FFC000"/>
                          </a:solidFill>
                          <a:latin typeface="Arial"/>
                          <a:cs typeface="Arial"/>
                          <a:hlinkClick r:id="rId11">
                            <a:extLst>
                              <a:ext uri="{A12FA001-AC4F-418D-AE19-62706E023703}">
                                <ahyp:hlinkClr xmlns:ahyp="http://schemas.microsoft.com/office/drawing/2018/hyperlinkcolor" val="tx"/>
                              </a:ext>
                            </a:extLst>
                          </a:hlinkClick>
                        </a:rPr>
                        <a:t>https://www.PosterPresentations.com/</a:t>
                      </a:r>
                      <a:r>
                        <a:rPr lang="en-US" sz="1600" b="1" u="sng" noProof="0" dirty="0">
                          <a:solidFill>
                            <a:srgbClr val="FFC000"/>
                          </a:solidFill>
                          <a:latin typeface="Arial"/>
                          <a:cs typeface="Arial"/>
                          <a:hlinkClick r:id="rId11">
                            <a:extLst>
                              <a:ext uri="{A12FA001-AC4F-418D-AE19-62706E023703}">
                                <ahyp:hlinkClr xmlns:ahyp="http://schemas.microsoft.com/office/drawing/2018/hyperlinkcolor" val="tx"/>
                              </a:ext>
                            </a:extLst>
                          </a:hlinkClick>
                        </a:rPr>
                        <a:t>research</a:t>
                      </a:r>
                      <a:endParaRPr lang="en-US" sz="1600" b="1" u="sng" noProof="0" dirty="0">
                        <a:solidFill>
                          <a:srgbClr val="FFC000"/>
                        </a:solidFill>
                        <a:latin typeface="Arial"/>
                        <a:cs typeface="Arial"/>
                      </a:endParaRP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1400" b="1" noProof="0" dirty="0">
                        <a:solidFill>
                          <a:srgbClr val="D9D9D9"/>
                        </a:solidFill>
                        <a:latin typeface="Arial"/>
                        <a:cs typeface="Arial"/>
                      </a:endParaRPr>
                    </a:p>
                  </a:txBody>
                  <a:tcPr marL="95264" marR="95264" marT="47632" marB="47632">
                    <a:solidFill>
                      <a:srgbClr val="003366"/>
                    </a:solidFill>
                  </a:tcPr>
                </a:tc>
                <a:tc hMerge="1">
                  <a:txBody>
                    <a:bodyPr/>
                    <a:lstStyle/>
                    <a:p>
                      <a:endParaRPr lang="en-US"/>
                    </a:p>
                  </a:txBody>
                  <a:tcPr/>
                </a:tc>
                <a:tc hMerge="1">
                  <a:txBody>
                    <a:bodyPr/>
                    <a:lstStyle/>
                    <a:p>
                      <a:pPr marL="0" marR="0" lvl="0" indent="0" algn="l" defTabSz="114300" rtl="0" eaLnBrk="1" fontAlgn="auto" latinLnBrk="0" hangingPunct="1">
                        <a:lnSpc>
                          <a:spcPct val="100000"/>
                        </a:lnSpc>
                        <a:spcBef>
                          <a:spcPts val="0"/>
                        </a:spcBef>
                        <a:spcAft>
                          <a:spcPts val="0"/>
                        </a:spcAft>
                        <a:buClrTx/>
                        <a:buSzTx/>
                        <a:buFontTx/>
                        <a:buNone/>
                        <a:tabLst/>
                        <a:defRPr/>
                      </a:pPr>
                      <a:endParaRPr lang="en-US" sz="1400" b="1" noProof="0" dirty="0">
                        <a:solidFill>
                          <a:srgbClr val="D9D9D9"/>
                        </a:solidFill>
                        <a:latin typeface="Arial"/>
                        <a:cs typeface="Arial"/>
                      </a:endParaRPr>
                    </a:p>
                  </a:txBody>
                  <a:tcPr marL="95264" marR="95264" marT="47632" marB="47632">
                    <a:solidFill>
                      <a:schemeClr val="accent5">
                        <a:lumMod val="50000"/>
                      </a:schemeClr>
                    </a:solidFill>
                  </a:tcPr>
                </a:tc>
                <a:extLst>
                  <a:ext uri="{0D108BD9-81ED-4DB2-BD59-A6C34878D82A}">
                    <a16:rowId xmlns:a16="http://schemas.microsoft.com/office/drawing/2014/main" val="2448051497"/>
                  </a:ext>
                </a:extLst>
              </a:tr>
              <a:tr h="770816">
                <a:tc gridSpan="3">
                  <a:txBody>
                    <a:bodyPr/>
                    <a:lstStyle/>
                    <a:p>
                      <a:endParaRPr lang="en-US" sz="1300" dirty="0">
                        <a:solidFill>
                          <a:srgbClr val="1F3A4E"/>
                        </a:solidFill>
                      </a:endParaRPr>
                    </a:p>
                  </a:txBody>
                  <a:tcPr marL="95264" marR="95264" marT="47632" marB="47632">
                    <a:blipFill dpi="0" rotWithShape="1">
                      <a:blip r:embed="rId12">
                        <a:extLst>
                          <a:ext uri="{28A0092B-C50C-407E-A947-70E740481C1C}">
                            <a14:useLocalDpi xmlns:a14="http://schemas.microsoft.com/office/drawing/2010/main" val="0"/>
                          </a:ext>
                        </a:extLst>
                      </a:blip>
                      <a:srcRect/>
                      <a:stretch>
                        <a:fillRect/>
                      </a:stretch>
                    </a:blipFill>
                  </a:tcPr>
                </a:tc>
                <a:tc hMerge="1">
                  <a:txBody>
                    <a:bodyPr/>
                    <a:lstStyle/>
                    <a:p>
                      <a:endParaRPr lang="en-US"/>
                    </a:p>
                  </a:txBody>
                  <a:tcPr/>
                </a:tc>
                <a:tc hMerge="1">
                  <a:txBody>
                    <a:bodyPr/>
                    <a:lstStyle/>
                    <a:p>
                      <a:endParaRPr lang="en-US" sz="1300" dirty="0">
                        <a:solidFill>
                          <a:srgbClr val="1F3A4E"/>
                        </a:solidFill>
                      </a:endParaRPr>
                    </a:p>
                  </a:txBody>
                  <a:tcPr marL="95264" marR="95264" marT="47632" marB="47632">
                    <a:blipFill dpi="0" rotWithShape="1">
                      <a:blip r:embed="rId12">
                        <a:extLst>
                          <a:ext uri="{28A0092B-C50C-407E-A947-70E740481C1C}">
                            <a14:useLocalDpi xmlns:a14="http://schemas.microsoft.com/office/drawing/2010/main" val="0"/>
                          </a:ext>
                        </a:extLst>
                      </a:blip>
                      <a:srcRect/>
                      <a:stretch>
                        <a:fillRect/>
                      </a:stretch>
                    </a:blipFill>
                  </a:tcPr>
                </a:tc>
                <a:extLst>
                  <a:ext uri="{0D108BD9-81ED-4DB2-BD59-A6C34878D82A}">
                    <a16:rowId xmlns:a16="http://schemas.microsoft.com/office/drawing/2014/main" val="10008"/>
                  </a:ext>
                </a:extLst>
              </a:tr>
              <a:tr h="560893">
                <a:tc>
                  <a:txBody>
                    <a:bodyPr/>
                    <a:lstStyle/>
                    <a:p>
                      <a:pPr>
                        <a:lnSpc>
                          <a:spcPct val="100000"/>
                        </a:lnSpc>
                      </a:pPr>
                      <a:r>
                        <a:rPr lang="en-US" sz="1000" dirty="0">
                          <a:solidFill>
                            <a:schemeClr val="bg1">
                              <a:lumMod val="85000"/>
                            </a:schemeClr>
                          </a:solidFill>
                          <a:latin typeface="Arial"/>
                          <a:cs typeface="Arial"/>
                        </a:rPr>
                        <a:t>© 2020</a:t>
                      </a:r>
                      <a:r>
                        <a:rPr lang="en-US" sz="1000" baseline="0" dirty="0">
                          <a:solidFill>
                            <a:schemeClr val="bg1">
                              <a:lumMod val="85000"/>
                            </a:schemeClr>
                          </a:solidFill>
                          <a:latin typeface="Arial"/>
                          <a:cs typeface="Arial"/>
                        </a:rPr>
                        <a:t> </a:t>
                      </a:r>
                      <a:r>
                        <a:rPr lang="en-US" sz="1000" dirty="0" err="1">
                          <a:solidFill>
                            <a:schemeClr val="bg1">
                              <a:lumMod val="85000"/>
                            </a:schemeClr>
                          </a:solidFill>
                          <a:latin typeface="Arial"/>
                          <a:cs typeface="Arial"/>
                        </a:rPr>
                        <a:t>PosterPresentations.com</a:t>
                      </a:r>
                      <a:br>
                        <a:rPr lang="en-US" sz="1000" dirty="0">
                          <a:solidFill>
                            <a:schemeClr val="bg1">
                              <a:lumMod val="85000"/>
                            </a:schemeClr>
                          </a:solidFill>
                          <a:latin typeface="Arial"/>
                          <a:cs typeface="Arial"/>
                        </a:rPr>
                      </a:br>
                      <a:r>
                        <a:rPr lang="en-US" sz="1000" dirty="0">
                          <a:solidFill>
                            <a:schemeClr val="bg1">
                              <a:lumMod val="85000"/>
                            </a:schemeClr>
                          </a:solidFill>
                          <a:latin typeface="Arial"/>
                          <a:cs typeface="Arial"/>
                        </a:rPr>
                        <a:t>2117 Fourth Street ,</a:t>
                      </a:r>
                      <a:r>
                        <a:rPr lang="en-US" sz="1000" baseline="0" dirty="0">
                          <a:solidFill>
                            <a:schemeClr val="bg1">
                              <a:lumMod val="85000"/>
                            </a:schemeClr>
                          </a:solidFill>
                          <a:latin typeface="Arial"/>
                          <a:cs typeface="Arial"/>
                        </a:rPr>
                        <a:t> STE C        </a:t>
                      </a:r>
                    </a:p>
                    <a:p>
                      <a:pPr>
                        <a:lnSpc>
                          <a:spcPct val="100000"/>
                        </a:lnSpc>
                      </a:pPr>
                      <a:r>
                        <a:rPr lang="en-US" sz="1000" baseline="0" dirty="0">
                          <a:solidFill>
                            <a:schemeClr val="bg1">
                              <a:lumMod val="85000"/>
                            </a:schemeClr>
                          </a:solidFill>
                          <a:latin typeface="Arial"/>
                          <a:cs typeface="Arial"/>
                        </a:rPr>
                        <a:t>Berkeley CA 94710 USA</a:t>
                      </a:r>
                      <a:endParaRPr lang="en-US" sz="1000" dirty="0">
                        <a:solidFill>
                          <a:schemeClr val="bg1">
                            <a:lumMod val="85000"/>
                          </a:schemeClr>
                        </a:solidFill>
                        <a:latin typeface="Arial"/>
                        <a:cs typeface="Arial"/>
                      </a:endParaRPr>
                    </a:p>
                  </a:txBody>
                  <a:tcPr marL="106881" marR="53440" marT="70140" marB="23380">
                    <a:solidFill>
                      <a:srgbClr val="010101"/>
                    </a:solidFill>
                  </a:tcPr>
                </a:tc>
                <a:tc gridSpan="2">
                  <a:txBody>
                    <a:bodyPr/>
                    <a:lstStyle/>
                    <a:p>
                      <a:pPr marL="0" marR="0" indent="0" algn="l" defTabSz="4388900" rtl="0" eaLnBrk="1" fontAlgn="auto" latinLnBrk="0" hangingPunct="1">
                        <a:lnSpc>
                          <a:spcPct val="100000"/>
                        </a:lnSpc>
                        <a:spcBef>
                          <a:spcPts val="0"/>
                        </a:spcBef>
                        <a:spcAft>
                          <a:spcPts val="0"/>
                        </a:spcAft>
                        <a:buClrTx/>
                        <a:buSzTx/>
                        <a:buFontTx/>
                        <a:buNone/>
                        <a:tabLst/>
                        <a:defRPr/>
                      </a:pPr>
                      <a:r>
                        <a:rPr lang="en-US" sz="1300" b="1" dirty="0">
                          <a:solidFill>
                            <a:srgbClr val="D0D0D0"/>
                          </a:solidFill>
                          <a:latin typeface="Arial"/>
                          <a:cs typeface="Arial"/>
                        </a:rPr>
                        <a:t>For poster-making tutorials</a:t>
                      </a:r>
                      <a:r>
                        <a:rPr lang="en-US" sz="1300" b="1" baseline="0" dirty="0">
                          <a:solidFill>
                            <a:srgbClr val="D0D0D0"/>
                          </a:solidFill>
                          <a:latin typeface="Arial"/>
                          <a:cs typeface="Arial"/>
                        </a:rPr>
                        <a:t> visit:</a:t>
                      </a:r>
                    </a:p>
                    <a:p>
                      <a:pPr marL="0" marR="0" indent="0" algn="l" defTabSz="4388900" rtl="0" eaLnBrk="1" fontAlgn="auto" latinLnBrk="0" hangingPunct="1">
                        <a:lnSpc>
                          <a:spcPct val="100000"/>
                        </a:lnSpc>
                        <a:spcBef>
                          <a:spcPts val="0"/>
                        </a:spcBef>
                        <a:spcAft>
                          <a:spcPts val="0"/>
                        </a:spcAft>
                        <a:buClrTx/>
                        <a:buSzTx/>
                        <a:buFontTx/>
                        <a:buNone/>
                        <a:tabLst/>
                        <a:defRPr/>
                      </a:pPr>
                      <a:r>
                        <a:rPr lang="en-US" sz="900" b="1" dirty="0">
                          <a:solidFill>
                            <a:srgbClr val="FFC000"/>
                          </a:solidFill>
                          <a:latin typeface="Arial"/>
                          <a:cs typeface="Arial"/>
                        </a:rPr>
                        <a:t>https://</a:t>
                      </a:r>
                      <a:r>
                        <a:rPr lang="en-US" sz="900" b="1" dirty="0" err="1">
                          <a:solidFill>
                            <a:srgbClr val="FFC000"/>
                          </a:solidFill>
                          <a:latin typeface="Arial"/>
                          <a:cs typeface="Arial"/>
                        </a:rPr>
                        <a:t>www.posterpresentations.com</a:t>
                      </a:r>
                      <a:r>
                        <a:rPr lang="en-US" sz="900" b="1" dirty="0">
                          <a:solidFill>
                            <a:srgbClr val="FFC000"/>
                          </a:solidFill>
                          <a:latin typeface="Arial"/>
                          <a:cs typeface="Arial"/>
                        </a:rPr>
                        <a:t>/</a:t>
                      </a:r>
                      <a:r>
                        <a:rPr lang="en-US" sz="900" b="1" dirty="0" err="1">
                          <a:solidFill>
                            <a:srgbClr val="FFC000"/>
                          </a:solidFill>
                          <a:latin typeface="Arial"/>
                          <a:cs typeface="Arial"/>
                        </a:rPr>
                        <a:t>helpdesk.html</a:t>
                      </a:r>
                      <a:endParaRPr lang="en-US" sz="900" dirty="0">
                        <a:solidFill>
                          <a:schemeClr val="bg1">
                            <a:lumMod val="85000"/>
                          </a:schemeClr>
                        </a:solidFill>
                        <a:latin typeface="Arial"/>
                        <a:cs typeface="Arial"/>
                      </a:endParaRPr>
                    </a:p>
                  </a:txBody>
                  <a:tcPr marL="95264" marR="95264" marT="47632" marB="47632">
                    <a:solidFill>
                      <a:srgbClr val="010101"/>
                    </a:solidFill>
                  </a:tcPr>
                </a:tc>
                <a:tc hMerge="1">
                  <a:txBody>
                    <a:bodyPr/>
                    <a:lstStyle/>
                    <a:p>
                      <a:pPr marL="0" marR="0" indent="0" algn="l" defTabSz="4388900" rtl="0" eaLnBrk="1" fontAlgn="auto" latinLnBrk="0" hangingPunct="1">
                        <a:lnSpc>
                          <a:spcPct val="100000"/>
                        </a:lnSpc>
                        <a:spcBef>
                          <a:spcPts val="0"/>
                        </a:spcBef>
                        <a:spcAft>
                          <a:spcPts val="0"/>
                        </a:spcAft>
                        <a:buClrTx/>
                        <a:buSzTx/>
                        <a:buFontTx/>
                        <a:buNone/>
                        <a:tabLst/>
                        <a:defRPr/>
                      </a:pPr>
                      <a:endParaRPr lang="en-US" sz="900" dirty="0">
                        <a:solidFill>
                          <a:schemeClr val="bg1">
                            <a:lumMod val="85000"/>
                          </a:schemeClr>
                        </a:solidFill>
                        <a:latin typeface="Arial"/>
                        <a:cs typeface="Arial"/>
                      </a:endParaRPr>
                    </a:p>
                  </a:txBody>
                  <a:tcPr marL="95264" marR="95264" marT="47632" marB="47632">
                    <a:solidFill>
                      <a:srgbClr val="010101"/>
                    </a:solidFill>
                  </a:tcPr>
                </a:tc>
                <a:extLst>
                  <a:ext uri="{0D108BD9-81ED-4DB2-BD59-A6C34878D82A}">
                    <a16:rowId xmlns:a16="http://schemas.microsoft.com/office/drawing/2014/main" val="10009"/>
                  </a:ext>
                </a:extLst>
              </a:tr>
            </a:tbl>
          </a:graphicData>
        </a:graphic>
      </p:graphicFrame>
    </p:spTree>
  </p:cSld>
  <p:clrMap bg1="lt1" tx1="dk1" bg2="lt2" tx2="dk2" accent1="accent1" accent2="accent2" accent3="accent3" accent4="accent4" accent5="accent5" accent6="accent6" hlink="hlink" folHlink="folHlink"/>
  <p:sldLayoutIdLst>
    <p:sldLayoutId id="2147483654" r:id="rId1"/>
  </p:sldLayoutIdLst>
  <p:txStyles>
    <p:titleStyle>
      <a:lvl1pPr algn="ctr" defTabSz="2675223" rtl="0" eaLnBrk="1" latinLnBrk="0" hangingPunct="1">
        <a:spcBef>
          <a:spcPct val="0"/>
        </a:spcBef>
        <a:buNone/>
        <a:defRPr sz="5334" kern="1200">
          <a:solidFill>
            <a:schemeClr val="bg1"/>
          </a:solidFill>
          <a:latin typeface="Trebuchet MS" pitchFamily="34" charset="0"/>
          <a:ea typeface="+mj-ea"/>
          <a:cs typeface="+mj-cs"/>
        </a:defRPr>
      </a:lvl1pPr>
    </p:titleStyle>
    <p:bodyStyle>
      <a:lvl1pPr marL="1003209" indent="-1003209" algn="l" defTabSz="2675223" rtl="0" eaLnBrk="1" latinLnBrk="0" hangingPunct="1">
        <a:spcBef>
          <a:spcPct val="20000"/>
        </a:spcBef>
        <a:buFont typeface="Arial" pitchFamily="34" charset="0"/>
        <a:buChar char="•"/>
        <a:defRPr sz="9387" kern="1200">
          <a:solidFill>
            <a:schemeClr val="tx1"/>
          </a:solidFill>
          <a:latin typeface="+mn-lt"/>
          <a:ea typeface="+mn-ea"/>
          <a:cs typeface="+mn-cs"/>
        </a:defRPr>
      </a:lvl1pPr>
      <a:lvl2pPr marL="2173619" indent="-836007" algn="l" defTabSz="2675223" rtl="0" eaLnBrk="1" latinLnBrk="0" hangingPunct="1">
        <a:spcBef>
          <a:spcPct val="20000"/>
        </a:spcBef>
        <a:buFont typeface="Arial" pitchFamily="34" charset="0"/>
        <a:buChar char="–"/>
        <a:defRPr sz="8214" kern="1200">
          <a:solidFill>
            <a:schemeClr val="tx1"/>
          </a:solidFill>
          <a:latin typeface="+mn-lt"/>
          <a:ea typeface="+mn-ea"/>
          <a:cs typeface="+mn-cs"/>
        </a:defRPr>
      </a:lvl2pPr>
      <a:lvl3pPr marL="3344029" indent="-668806" algn="l" defTabSz="2675223" rtl="0" eaLnBrk="1" latinLnBrk="0" hangingPunct="1">
        <a:spcBef>
          <a:spcPct val="20000"/>
        </a:spcBef>
        <a:buFont typeface="Arial" pitchFamily="34" charset="0"/>
        <a:buChar char="•"/>
        <a:defRPr sz="7040" kern="1200">
          <a:solidFill>
            <a:schemeClr val="tx1"/>
          </a:solidFill>
          <a:latin typeface="+mn-lt"/>
          <a:ea typeface="+mn-ea"/>
          <a:cs typeface="+mn-cs"/>
        </a:defRPr>
      </a:lvl3pPr>
      <a:lvl4pPr marL="4681641" indent="-668806" algn="l" defTabSz="2675223" rtl="0" eaLnBrk="1" latinLnBrk="0" hangingPunct="1">
        <a:spcBef>
          <a:spcPct val="20000"/>
        </a:spcBef>
        <a:buFont typeface="Arial" pitchFamily="34" charset="0"/>
        <a:buChar char="–"/>
        <a:defRPr sz="5867" kern="1200">
          <a:solidFill>
            <a:schemeClr val="tx1"/>
          </a:solidFill>
          <a:latin typeface="+mn-lt"/>
          <a:ea typeface="+mn-ea"/>
          <a:cs typeface="+mn-cs"/>
        </a:defRPr>
      </a:lvl4pPr>
      <a:lvl5pPr marL="6019252" indent="-668806" algn="l" defTabSz="2675223" rtl="0" eaLnBrk="1" latinLnBrk="0" hangingPunct="1">
        <a:spcBef>
          <a:spcPct val="20000"/>
        </a:spcBef>
        <a:buFont typeface="Arial" pitchFamily="34" charset="0"/>
        <a:buChar char="»"/>
        <a:defRPr sz="5867" kern="1200">
          <a:solidFill>
            <a:schemeClr val="tx1"/>
          </a:solidFill>
          <a:latin typeface="+mn-lt"/>
          <a:ea typeface="+mn-ea"/>
          <a:cs typeface="+mn-cs"/>
        </a:defRPr>
      </a:lvl5pPr>
      <a:lvl6pPr marL="7356863" indent="-668806" algn="l" defTabSz="2675223" rtl="0" eaLnBrk="1" latinLnBrk="0" hangingPunct="1">
        <a:spcBef>
          <a:spcPct val="20000"/>
        </a:spcBef>
        <a:buFont typeface="Arial" pitchFamily="34" charset="0"/>
        <a:buChar char="•"/>
        <a:defRPr sz="5867" kern="1200">
          <a:solidFill>
            <a:schemeClr val="tx1"/>
          </a:solidFill>
          <a:latin typeface="+mn-lt"/>
          <a:ea typeface="+mn-ea"/>
          <a:cs typeface="+mn-cs"/>
        </a:defRPr>
      </a:lvl6pPr>
      <a:lvl7pPr marL="8694474" indent="-668806" algn="l" defTabSz="2675223" rtl="0" eaLnBrk="1" latinLnBrk="0" hangingPunct="1">
        <a:spcBef>
          <a:spcPct val="20000"/>
        </a:spcBef>
        <a:buFont typeface="Arial" pitchFamily="34" charset="0"/>
        <a:buChar char="•"/>
        <a:defRPr sz="5867" kern="1200">
          <a:solidFill>
            <a:schemeClr val="tx1"/>
          </a:solidFill>
          <a:latin typeface="+mn-lt"/>
          <a:ea typeface="+mn-ea"/>
          <a:cs typeface="+mn-cs"/>
        </a:defRPr>
      </a:lvl7pPr>
      <a:lvl8pPr marL="10032086" indent="-668806" algn="l" defTabSz="2675223" rtl="0" eaLnBrk="1" latinLnBrk="0" hangingPunct="1">
        <a:spcBef>
          <a:spcPct val="20000"/>
        </a:spcBef>
        <a:buFont typeface="Arial" pitchFamily="34" charset="0"/>
        <a:buChar char="•"/>
        <a:defRPr sz="5867" kern="1200">
          <a:solidFill>
            <a:schemeClr val="tx1"/>
          </a:solidFill>
          <a:latin typeface="+mn-lt"/>
          <a:ea typeface="+mn-ea"/>
          <a:cs typeface="+mn-cs"/>
        </a:defRPr>
      </a:lvl8pPr>
      <a:lvl9pPr marL="11369697" indent="-668806" algn="l" defTabSz="2675223" rtl="0" eaLnBrk="1" latinLnBrk="0" hangingPunct="1">
        <a:spcBef>
          <a:spcPct val="20000"/>
        </a:spcBef>
        <a:buFont typeface="Arial" pitchFamily="34" charset="0"/>
        <a:buChar char="•"/>
        <a:defRPr sz="5867" kern="1200">
          <a:solidFill>
            <a:schemeClr val="tx1"/>
          </a:solidFill>
          <a:latin typeface="+mn-lt"/>
          <a:ea typeface="+mn-ea"/>
          <a:cs typeface="+mn-cs"/>
        </a:defRPr>
      </a:lvl9pPr>
    </p:bodyStyle>
    <p:otherStyle>
      <a:defPPr>
        <a:defRPr lang="en-US"/>
      </a:defPPr>
      <a:lvl1pPr marL="0" algn="l" defTabSz="2675223" rtl="0" eaLnBrk="1" latinLnBrk="0" hangingPunct="1">
        <a:defRPr sz="5227" kern="1200">
          <a:solidFill>
            <a:schemeClr val="tx1"/>
          </a:solidFill>
          <a:latin typeface="+mn-lt"/>
          <a:ea typeface="+mn-ea"/>
          <a:cs typeface="+mn-cs"/>
        </a:defRPr>
      </a:lvl1pPr>
      <a:lvl2pPr marL="1337612" algn="l" defTabSz="2675223" rtl="0" eaLnBrk="1" latinLnBrk="0" hangingPunct="1">
        <a:defRPr sz="5227" kern="1200">
          <a:solidFill>
            <a:schemeClr val="tx1"/>
          </a:solidFill>
          <a:latin typeface="+mn-lt"/>
          <a:ea typeface="+mn-ea"/>
          <a:cs typeface="+mn-cs"/>
        </a:defRPr>
      </a:lvl2pPr>
      <a:lvl3pPr marL="2675223" algn="l" defTabSz="2675223" rtl="0" eaLnBrk="1" latinLnBrk="0" hangingPunct="1">
        <a:defRPr sz="5227" kern="1200">
          <a:solidFill>
            <a:schemeClr val="tx1"/>
          </a:solidFill>
          <a:latin typeface="+mn-lt"/>
          <a:ea typeface="+mn-ea"/>
          <a:cs typeface="+mn-cs"/>
        </a:defRPr>
      </a:lvl3pPr>
      <a:lvl4pPr marL="4012835" algn="l" defTabSz="2675223" rtl="0" eaLnBrk="1" latinLnBrk="0" hangingPunct="1">
        <a:defRPr sz="5227" kern="1200">
          <a:solidFill>
            <a:schemeClr val="tx1"/>
          </a:solidFill>
          <a:latin typeface="+mn-lt"/>
          <a:ea typeface="+mn-ea"/>
          <a:cs typeface="+mn-cs"/>
        </a:defRPr>
      </a:lvl4pPr>
      <a:lvl5pPr marL="5350446" algn="l" defTabSz="2675223" rtl="0" eaLnBrk="1" latinLnBrk="0" hangingPunct="1">
        <a:defRPr sz="5227" kern="1200">
          <a:solidFill>
            <a:schemeClr val="tx1"/>
          </a:solidFill>
          <a:latin typeface="+mn-lt"/>
          <a:ea typeface="+mn-ea"/>
          <a:cs typeface="+mn-cs"/>
        </a:defRPr>
      </a:lvl5pPr>
      <a:lvl6pPr marL="6688058" algn="l" defTabSz="2675223" rtl="0" eaLnBrk="1" latinLnBrk="0" hangingPunct="1">
        <a:defRPr sz="5227" kern="1200">
          <a:solidFill>
            <a:schemeClr val="tx1"/>
          </a:solidFill>
          <a:latin typeface="+mn-lt"/>
          <a:ea typeface="+mn-ea"/>
          <a:cs typeface="+mn-cs"/>
        </a:defRPr>
      </a:lvl6pPr>
      <a:lvl7pPr marL="8025669" algn="l" defTabSz="2675223" rtl="0" eaLnBrk="1" latinLnBrk="0" hangingPunct="1">
        <a:defRPr sz="5227" kern="1200">
          <a:solidFill>
            <a:schemeClr val="tx1"/>
          </a:solidFill>
          <a:latin typeface="+mn-lt"/>
          <a:ea typeface="+mn-ea"/>
          <a:cs typeface="+mn-cs"/>
        </a:defRPr>
      </a:lvl7pPr>
      <a:lvl8pPr marL="9363280" algn="l" defTabSz="2675223" rtl="0" eaLnBrk="1" latinLnBrk="0" hangingPunct="1">
        <a:defRPr sz="5227" kern="1200">
          <a:solidFill>
            <a:schemeClr val="tx1"/>
          </a:solidFill>
          <a:latin typeface="+mn-lt"/>
          <a:ea typeface="+mn-ea"/>
          <a:cs typeface="+mn-cs"/>
        </a:defRPr>
      </a:lvl8pPr>
      <a:lvl9pPr marL="10700892" algn="l" defTabSz="2675223" rtl="0" eaLnBrk="1" latinLnBrk="0" hangingPunct="1">
        <a:defRPr sz="5227"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jpg"/><Relationship Id="rId7" Type="http://schemas.openxmlformats.org/officeDocument/2006/relationships/image" Target="../media/image13.png"/><Relationship Id="rId2" Type="http://schemas.openxmlformats.org/officeDocument/2006/relationships/notesSlide" Target="../notesSlides/notesSlide1.xml"/><Relationship Id="rId1" Type="http://schemas.openxmlformats.org/officeDocument/2006/relationships/slideLayout" Target="../slideLayouts/slideLayout3.xml"/><Relationship Id="rId6" Type="http://schemas.openxmlformats.org/officeDocument/2006/relationships/image" Target="../media/image12.png"/><Relationship Id="rId5" Type="http://schemas.openxmlformats.org/officeDocument/2006/relationships/image" Target="../media/image11.png"/><Relationship Id="rId10" Type="http://schemas.openxmlformats.org/officeDocument/2006/relationships/image" Target="../media/image16.png"/><Relationship Id="rId4" Type="http://schemas.openxmlformats.org/officeDocument/2006/relationships/image" Target="../media/image10.png"/><Relationship Id="rId9" Type="http://schemas.openxmlformats.org/officeDocument/2006/relationships/image" Target="../media/image15.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7000" b="-7000"/>
          </a:stretch>
        </a:blipFill>
        <a:effectLst/>
      </p:bgPr>
    </p:bg>
    <p:spTree>
      <p:nvGrpSpPr>
        <p:cNvPr id="1" name=""/>
        <p:cNvGrpSpPr/>
        <p:nvPr/>
      </p:nvGrpSpPr>
      <p:grpSpPr>
        <a:xfrm>
          <a:off x="0" y="0"/>
          <a:ext cx="0" cy="0"/>
          <a:chOff x="0" y="0"/>
          <a:chExt cx="0" cy="0"/>
        </a:xfrm>
      </p:grpSpPr>
      <p:sp>
        <p:nvSpPr>
          <p:cNvPr id="420" name="Text Placeholder 419"/>
          <p:cNvSpPr>
            <a:spLocks noGrp="1"/>
          </p:cNvSpPr>
          <p:nvPr>
            <p:ph type="body" sz="quarter" idx="11"/>
          </p:nvPr>
        </p:nvSpPr>
        <p:spPr>
          <a:xfrm>
            <a:off x="628053" y="1445598"/>
            <a:ext cx="7053575" cy="6445716"/>
          </a:xfrm>
          <a:solidFill>
            <a:schemeClr val="bg1"/>
          </a:solidFill>
          <a:ln w="57150">
            <a:solidFill>
              <a:schemeClr val="tx1"/>
            </a:solidFill>
          </a:ln>
        </p:spPr>
        <p:txBody>
          <a:bodyPr/>
          <a:lstStyle/>
          <a:p>
            <a:pPr algn="l"/>
            <a:r>
              <a:rPr lang="en-US" sz="3200" u="none" dirty="0">
                <a:solidFill>
                  <a:srgbClr val="002060"/>
                </a:solidFill>
              </a:rPr>
              <a:t>ABSTRACT</a:t>
            </a:r>
            <a:br>
              <a:rPr lang="en-US" b="0" u="none" dirty="0">
                <a:solidFill>
                  <a:srgbClr val="002060"/>
                </a:solidFill>
              </a:rPr>
            </a:br>
            <a:r>
              <a:rPr lang="en-US" sz="2500" b="0" u="none" dirty="0">
                <a:solidFill>
                  <a:srgbClr val="002060"/>
                </a:solidFill>
              </a:rPr>
              <a:t>On July of 2020, my father helped me buy a 2011 Subaru Impreza with 64k miles for $6k. On December 6</a:t>
            </a:r>
            <a:r>
              <a:rPr lang="en-US" sz="2500" b="0" u="none" baseline="30000" dirty="0">
                <a:solidFill>
                  <a:srgbClr val="002060"/>
                </a:solidFill>
              </a:rPr>
              <a:t>th</a:t>
            </a:r>
            <a:r>
              <a:rPr lang="en-US" sz="2500" b="0" u="none" dirty="0">
                <a:solidFill>
                  <a:srgbClr val="002060"/>
                </a:solidFill>
              </a:rPr>
              <a:t>, 2021, I got in a car accident where my insurance deemed my car a total loss. My Impreza had 87k miles (23k more miles) &amp; I received $7.2k from my insurance ($1.2k more than what I paid for it). To give you a look at the current used car market: If I was to buy the same Impreza, I bought </a:t>
            </a:r>
            <a:r>
              <a:rPr lang="en-US" sz="2500" u="none" dirty="0">
                <a:solidFill>
                  <a:srgbClr val="002060"/>
                </a:solidFill>
              </a:rPr>
              <a:t>2 years ago </a:t>
            </a:r>
            <a:r>
              <a:rPr lang="en-US" sz="2500" b="0" u="none" dirty="0">
                <a:solidFill>
                  <a:srgbClr val="002060"/>
                </a:solidFill>
              </a:rPr>
              <a:t>with the same mileage, it would cost me $8.8-$11.5k (that’s a </a:t>
            </a:r>
            <a:r>
              <a:rPr lang="en-US" sz="2500" u="none" dirty="0">
                <a:solidFill>
                  <a:srgbClr val="002060"/>
                </a:solidFill>
              </a:rPr>
              <a:t>46%-91% price increase</a:t>
            </a:r>
            <a:r>
              <a:rPr lang="en-US" sz="2500" b="0" u="none" dirty="0">
                <a:solidFill>
                  <a:srgbClr val="002060"/>
                </a:solidFill>
              </a:rPr>
              <a:t>).</a:t>
            </a:r>
          </a:p>
          <a:p>
            <a:pPr algn="l"/>
            <a:r>
              <a:rPr lang="en-US" sz="2500" b="0" u="none" dirty="0">
                <a:solidFill>
                  <a:srgbClr val="002060"/>
                </a:solidFill>
              </a:rPr>
              <a:t>Now that I’m carless again, I decided that this time, I would look for a car </a:t>
            </a:r>
            <a:r>
              <a:rPr lang="en-US" sz="2500" u="none" dirty="0">
                <a:solidFill>
                  <a:srgbClr val="002060"/>
                </a:solidFill>
              </a:rPr>
              <a:t>myself</a:t>
            </a:r>
            <a:r>
              <a:rPr lang="en-US" sz="2500" b="0" u="none" dirty="0">
                <a:solidFill>
                  <a:srgbClr val="002060"/>
                </a:solidFill>
              </a:rPr>
              <a:t>.  Not knowing anything about cars, I decided data science would be useful  tool. Having a budget of 15k, data science is going to help tailor my search.</a:t>
            </a:r>
            <a:endParaRPr lang="en-US" sz="2500" b="0" u="none" dirty="0">
              <a:solidFill>
                <a:srgbClr val="002060"/>
              </a:solidFill>
              <a:effectLst/>
            </a:endParaRPr>
          </a:p>
        </p:txBody>
      </p:sp>
      <p:sp>
        <p:nvSpPr>
          <p:cNvPr id="24" name="Text Placeholder 23">
            <a:extLst>
              <a:ext uri="{FF2B5EF4-FFF2-40B4-BE49-F238E27FC236}">
                <a16:creationId xmlns:a16="http://schemas.microsoft.com/office/drawing/2014/main" id="{8CE19CA1-05FF-7C44-82F0-5930EC4DF4FD}"/>
              </a:ext>
            </a:extLst>
          </p:cNvPr>
          <p:cNvSpPr>
            <a:spLocks noGrp="1"/>
          </p:cNvSpPr>
          <p:nvPr>
            <p:ph type="body" sz="quarter" idx="20"/>
          </p:nvPr>
        </p:nvSpPr>
        <p:spPr>
          <a:xfrm>
            <a:off x="606244" y="9144961"/>
            <a:ext cx="7053575" cy="2136844"/>
          </a:xfrm>
          <a:solidFill>
            <a:schemeClr val="bg1"/>
          </a:solidFill>
          <a:ln w="57150">
            <a:solidFill>
              <a:schemeClr val="tx1"/>
            </a:solidFill>
          </a:ln>
        </p:spPr>
        <p:txBody>
          <a:bodyPr/>
          <a:lstStyle/>
          <a:p>
            <a:pPr algn="l"/>
            <a:r>
              <a:rPr lang="en-US" sz="3200" u="none" dirty="0">
                <a:solidFill>
                  <a:srgbClr val="002060"/>
                </a:solidFill>
              </a:rPr>
              <a:t>INTRODUCTION</a:t>
            </a:r>
            <a:br>
              <a:rPr lang="en-US" b="0" u="none" dirty="0">
                <a:solidFill>
                  <a:srgbClr val="002060"/>
                </a:solidFill>
              </a:rPr>
            </a:br>
            <a:r>
              <a:rPr lang="en-US" sz="2500" b="0" u="none" dirty="0">
                <a:solidFill>
                  <a:srgbClr val="002060"/>
                </a:solidFill>
              </a:rPr>
              <a:t>Using Kaggle I acquired a dataset called ‘100k UK Used Car Data set’ to conduct this analysis. From this data set, I focused on 6 variables: Engine Size, Year, Mileage, Transmission, Make, and Fuel Type</a:t>
            </a:r>
            <a:r>
              <a:rPr lang="en-US" sz="2500" b="0" u="none">
                <a:solidFill>
                  <a:srgbClr val="002060"/>
                </a:solidFill>
              </a:rPr>
              <a:t>. . </a:t>
            </a:r>
            <a:endParaRPr lang="en-US" sz="2500" b="0" u="none" dirty="0">
              <a:solidFill>
                <a:srgbClr val="002060"/>
              </a:solidFill>
            </a:endParaRPr>
          </a:p>
        </p:txBody>
      </p:sp>
      <p:sp>
        <p:nvSpPr>
          <p:cNvPr id="26" name="Text Placeholder 25">
            <a:extLst>
              <a:ext uri="{FF2B5EF4-FFF2-40B4-BE49-F238E27FC236}">
                <a16:creationId xmlns:a16="http://schemas.microsoft.com/office/drawing/2014/main" id="{7EBE583B-C906-8E42-850B-26767047DBF2}"/>
              </a:ext>
            </a:extLst>
          </p:cNvPr>
          <p:cNvSpPr>
            <a:spLocks noGrp="1"/>
          </p:cNvSpPr>
          <p:nvPr>
            <p:ph type="body" sz="quarter" idx="22"/>
          </p:nvPr>
        </p:nvSpPr>
        <p:spPr>
          <a:xfrm>
            <a:off x="8045361" y="11428626"/>
            <a:ext cx="10986918" cy="4537501"/>
          </a:xfrm>
          <a:solidFill>
            <a:schemeClr val="bg1"/>
          </a:solidFill>
          <a:ln w="57150">
            <a:solidFill>
              <a:schemeClr val="tx1"/>
            </a:solidFill>
          </a:ln>
        </p:spPr>
        <p:txBody>
          <a:bodyPr/>
          <a:lstStyle/>
          <a:p>
            <a:pPr algn="l"/>
            <a:r>
              <a:rPr lang="en-US" sz="2400" u="none" dirty="0">
                <a:solidFill>
                  <a:srgbClr val="002060"/>
                </a:solidFill>
              </a:rPr>
              <a:t>Figure 1 </a:t>
            </a:r>
            <a:r>
              <a:rPr lang="en-US" sz="2400" b="0" u="none" dirty="0">
                <a:solidFill>
                  <a:srgbClr val="002060"/>
                </a:solidFill>
              </a:rPr>
              <a:t>shows that as engine size increases, the cost of a car increases as well. </a:t>
            </a:r>
          </a:p>
          <a:p>
            <a:pPr algn="l"/>
            <a:r>
              <a:rPr lang="en-US" sz="2400" u="none" dirty="0">
                <a:solidFill>
                  <a:srgbClr val="002060"/>
                </a:solidFill>
              </a:rPr>
              <a:t>Figure 2 </a:t>
            </a:r>
            <a:r>
              <a:rPr lang="en-US" sz="2400" b="0" u="none" dirty="0">
                <a:solidFill>
                  <a:srgbClr val="002060"/>
                </a:solidFill>
              </a:rPr>
              <a:t>shows that newer cars are more likely to cost more than $15K. 90% of cars built in 2019-20 cost  more than $15k.</a:t>
            </a:r>
          </a:p>
          <a:p>
            <a:pPr algn="l"/>
            <a:r>
              <a:rPr lang="en-US" sz="2400" u="none" dirty="0">
                <a:solidFill>
                  <a:srgbClr val="002060"/>
                </a:solidFill>
              </a:rPr>
              <a:t>Figure 3 </a:t>
            </a:r>
            <a:r>
              <a:rPr lang="en-US" sz="2400" b="0" u="none" dirty="0">
                <a:solidFill>
                  <a:srgbClr val="002060"/>
                </a:solidFill>
              </a:rPr>
              <a:t>shows that as the mileage of a car increases, it is more likely to cost less than $15k.</a:t>
            </a:r>
          </a:p>
          <a:p>
            <a:pPr algn="l"/>
            <a:r>
              <a:rPr lang="en-US" sz="2400" u="none" dirty="0">
                <a:solidFill>
                  <a:srgbClr val="002060"/>
                </a:solidFill>
              </a:rPr>
              <a:t>Figure 4 </a:t>
            </a:r>
            <a:r>
              <a:rPr lang="en-US" sz="2400" b="0" u="none" dirty="0">
                <a:solidFill>
                  <a:srgbClr val="002060"/>
                </a:solidFill>
              </a:rPr>
              <a:t>Shows that Semi-Auto &amp; Automatic cars are more expensive than Manual or *Other (Other refers to </a:t>
            </a:r>
            <a:r>
              <a:rPr lang="en-US" sz="2400" u="none" dirty="0">
                <a:solidFill>
                  <a:srgbClr val="002060"/>
                </a:solidFill>
              </a:rPr>
              <a:t>Continuously variable transmission (CVT)</a:t>
            </a:r>
            <a:r>
              <a:rPr lang="en-US" sz="2400" b="0" u="none" dirty="0">
                <a:solidFill>
                  <a:srgbClr val="002060"/>
                </a:solidFill>
              </a:rPr>
              <a:t>) vehicles.</a:t>
            </a:r>
          </a:p>
          <a:p>
            <a:pPr algn="l"/>
            <a:r>
              <a:rPr lang="en-US" sz="2400" u="none" dirty="0">
                <a:solidFill>
                  <a:srgbClr val="002060"/>
                </a:solidFill>
              </a:rPr>
              <a:t>Figure 5 </a:t>
            </a:r>
            <a:r>
              <a:rPr lang="en-US" sz="2400" b="0" u="none" dirty="0">
                <a:solidFill>
                  <a:srgbClr val="002060"/>
                </a:solidFill>
              </a:rPr>
              <a:t>shows that Toyota, Fords &amp; Mercedes are the brands with the highest proportion of cars costing less than $15K. They all have a proportion higher than .58.  </a:t>
            </a:r>
          </a:p>
          <a:p>
            <a:pPr algn="l"/>
            <a:r>
              <a:rPr lang="en-US" sz="2400" u="none" dirty="0">
                <a:solidFill>
                  <a:srgbClr val="002060"/>
                </a:solidFill>
              </a:rPr>
              <a:t>Figure 6 </a:t>
            </a:r>
            <a:r>
              <a:rPr lang="en-US" sz="2400" b="0" u="none" dirty="0">
                <a:solidFill>
                  <a:srgbClr val="002060"/>
                </a:solidFill>
              </a:rPr>
              <a:t>shows that most the Fuel Type associated most with car costing less is Petrol. All Electric Vehicles are more than $15k.</a:t>
            </a:r>
          </a:p>
        </p:txBody>
      </p:sp>
      <p:sp>
        <p:nvSpPr>
          <p:cNvPr id="28" name="Text Placeholder 27">
            <a:extLst>
              <a:ext uri="{FF2B5EF4-FFF2-40B4-BE49-F238E27FC236}">
                <a16:creationId xmlns:a16="http://schemas.microsoft.com/office/drawing/2014/main" id="{3FD7CDAC-0876-A949-835C-C49B25177F57}"/>
              </a:ext>
            </a:extLst>
          </p:cNvPr>
          <p:cNvSpPr>
            <a:spLocks noGrp="1"/>
          </p:cNvSpPr>
          <p:nvPr>
            <p:ph type="body" sz="quarter" idx="24"/>
          </p:nvPr>
        </p:nvSpPr>
        <p:spPr>
          <a:xfrm>
            <a:off x="8090115" y="1615444"/>
            <a:ext cx="10793267" cy="613467"/>
          </a:xfrm>
          <a:solidFill>
            <a:schemeClr val="bg1"/>
          </a:solidFill>
          <a:ln w="57150">
            <a:solidFill>
              <a:schemeClr val="tx1"/>
            </a:solidFill>
          </a:ln>
        </p:spPr>
        <p:txBody>
          <a:bodyPr/>
          <a:lstStyle/>
          <a:p>
            <a:r>
              <a:rPr lang="en-US" sz="3200" u="none" dirty="0">
                <a:solidFill>
                  <a:srgbClr val="002060"/>
                </a:solidFill>
              </a:rPr>
              <a:t>EXPLORATORY DATA ANALYSIS </a:t>
            </a:r>
            <a:endParaRPr lang="en-US" sz="3200" u="none" dirty="0">
              <a:solidFill>
                <a:srgbClr val="002060"/>
              </a:solidFill>
              <a:effectLst/>
            </a:endParaRPr>
          </a:p>
        </p:txBody>
      </p:sp>
      <p:sp>
        <p:nvSpPr>
          <p:cNvPr id="31" name="Text Placeholder 30">
            <a:extLst>
              <a:ext uri="{FF2B5EF4-FFF2-40B4-BE49-F238E27FC236}">
                <a16:creationId xmlns:a16="http://schemas.microsoft.com/office/drawing/2014/main" id="{4330E2E8-E1DA-2741-9366-A3C9331948ED}"/>
              </a:ext>
            </a:extLst>
          </p:cNvPr>
          <p:cNvSpPr>
            <a:spLocks noGrp="1"/>
          </p:cNvSpPr>
          <p:nvPr>
            <p:ph type="body" sz="quarter" idx="27"/>
          </p:nvPr>
        </p:nvSpPr>
        <p:spPr>
          <a:xfrm>
            <a:off x="606245" y="12739608"/>
            <a:ext cx="7053574" cy="3246402"/>
          </a:xfrm>
          <a:solidFill>
            <a:schemeClr val="bg1"/>
          </a:solidFill>
          <a:ln w="57150">
            <a:solidFill>
              <a:schemeClr val="tx1"/>
            </a:solidFill>
          </a:ln>
        </p:spPr>
        <p:txBody>
          <a:bodyPr/>
          <a:lstStyle/>
          <a:p>
            <a:pPr algn="l"/>
            <a:r>
              <a:rPr lang="en-US" sz="3200" u="none" dirty="0">
                <a:solidFill>
                  <a:srgbClr val="002060"/>
                </a:solidFill>
              </a:rPr>
              <a:t>REFERENCES</a:t>
            </a:r>
            <a:br>
              <a:rPr lang="en-US" b="0" u="none" dirty="0">
                <a:solidFill>
                  <a:srgbClr val="002060"/>
                </a:solidFill>
              </a:rPr>
            </a:br>
            <a:r>
              <a:rPr lang="en-US" sz="2500" b="0" u="none" dirty="0">
                <a:solidFill>
                  <a:srgbClr val="002060"/>
                </a:solidFill>
              </a:rPr>
              <a:t>“</a:t>
            </a:r>
            <a:r>
              <a:rPr lang="en-US" sz="2500" b="0" i="1" u="none" dirty="0">
                <a:solidFill>
                  <a:srgbClr val="002060"/>
                </a:solidFill>
              </a:rPr>
              <a:t>2011 Subaru Impreza Values &amp; Cars For Sale | Kelley Blue Book</a:t>
            </a:r>
            <a:r>
              <a:rPr lang="en-US" sz="2500" b="0" u="none" dirty="0">
                <a:solidFill>
                  <a:srgbClr val="002060"/>
                </a:solidFill>
              </a:rPr>
              <a:t>. https://</a:t>
            </a:r>
            <a:r>
              <a:rPr lang="en-US" sz="2500" b="0" u="none" dirty="0" err="1">
                <a:solidFill>
                  <a:srgbClr val="002060"/>
                </a:solidFill>
              </a:rPr>
              <a:t>www.kbb.com</a:t>
            </a:r>
            <a:r>
              <a:rPr lang="en-US" sz="2500" b="0" u="none" dirty="0">
                <a:solidFill>
                  <a:srgbClr val="002060"/>
                </a:solidFill>
              </a:rPr>
              <a:t>/</a:t>
            </a:r>
            <a:r>
              <a:rPr lang="en-US" sz="2500" b="0" u="none" dirty="0" err="1">
                <a:solidFill>
                  <a:srgbClr val="002060"/>
                </a:solidFill>
              </a:rPr>
              <a:t>subaru</a:t>
            </a:r>
            <a:r>
              <a:rPr lang="en-US" sz="2500" b="0" u="none" dirty="0">
                <a:solidFill>
                  <a:srgbClr val="002060"/>
                </a:solidFill>
              </a:rPr>
              <a:t>/</a:t>
            </a:r>
            <a:r>
              <a:rPr lang="en-US" sz="2500" b="0" u="none" dirty="0" err="1">
                <a:solidFill>
                  <a:srgbClr val="002060"/>
                </a:solidFill>
              </a:rPr>
              <a:t>impreza</a:t>
            </a:r>
            <a:r>
              <a:rPr lang="en-US" sz="2500" b="0" u="none" dirty="0">
                <a:solidFill>
                  <a:srgbClr val="002060"/>
                </a:solidFill>
              </a:rPr>
              <a:t>/2011/. </a:t>
            </a:r>
          </a:p>
          <a:p>
            <a:pPr algn="l"/>
            <a:r>
              <a:rPr lang="en-US" sz="2500" b="0" u="none" dirty="0">
                <a:solidFill>
                  <a:srgbClr val="002060"/>
                </a:solidFill>
              </a:rPr>
              <a:t>Aditya. “100,000 UK Used Car Data Set.” </a:t>
            </a:r>
            <a:r>
              <a:rPr lang="en-US" sz="2500" b="0" i="1" u="none" dirty="0">
                <a:solidFill>
                  <a:srgbClr val="002060"/>
                </a:solidFill>
              </a:rPr>
              <a:t>Kaggle</a:t>
            </a:r>
            <a:r>
              <a:rPr lang="en-US" sz="2500" b="0" u="none" dirty="0">
                <a:solidFill>
                  <a:srgbClr val="002060"/>
                </a:solidFill>
              </a:rPr>
              <a:t>, 4 July 2020, https://</a:t>
            </a:r>
            <a:r>
              <a:rPr lang="en-US" sz="2500" b="0" u="none" dirty="0" err="1">
                <a:solidFill>
                  <a:srgbClr val="002060"/>
                </a:solidFill>
              </a:rPr>
              <a:t>www.kaggle.com</a:t>
            </a:r>
            <a:r>
              <a:rPr lang="en-US" sz="2500" b="0" u="none" dirty="0">
                <a:solidFill>
                  <a:srgbClr val="002060"/>
                </a:solidFill>
              </a:rPr>
              <a:t>/adityadesai13/used-car-dataset-ford-and-</a:t>
            </a:r>
            <a:r>
              <a:rPr lang="en-US" sz="2500" b="0" u="none" dirty="0" err="1">
                <a:solidFill>
                  <a:srgbClr val="002060"/>
                </a:solidFill>
              </a:rPr>
              <a:t>mercedes</a:t>
            </a:r>
            <a:r>
              <a:rPr lang="en-US" sz="2500" b="0" u="none" dirty="0">
                <a:solidFill>
                  <a:srgbClr val="002060"/>
                </a:solidFill>
              </a:rPr>
              <a:t>. </a:t>
            </a:r>
          </a:p>
        </p:txBody>
      </p:sp>
      <p:sp>
        <p:nvSpPr>
          <p:cNvPr id="32" name="Text Placeholder 31">
            <a:extLst>
              <a:ext uri="{FF2B5EF4-FFF2-40B4-BE49-F238E27FC236}">
                <a16:creationId xmlns:a16="http://schemas.microsoft.com/office/drawing/2014/main" id="{DEB518F9-44C0-E040-8339-D2268978EBB7}"/>
              </a:ext>
            </a:extLst>
          </p:cNvPr>
          <p:cNvSpPr>
            <a:spLocks noGrp="1"/>
          </p:cNvSpPr>
          <p:nvPr>
            <p:ph type="body" sz="quarter" idx="28"/>
          </p:nvPr>
        </p:nvSpPr>
        <p:spPr>
          <a:xfrm>
            <a:off x="19417822" y="2206871"/>
            <a:ext cx="9351012" cy="707886"/>
          </a:xfrm>
        </p:spPr>
        <p:txBody>
          <a:bodyPr/>
          <a:lstStyle/>
          <a:p>
            <a:r>
              <a:rPr lang="en-US" sz="2000" i="1" dirty="0">
                <a:solidFill>
                  <a:srgbClr val="002060"/>
                </a:solidFill>
              </a:rPr>
              <a:t>METHODOLOGY</a:t>
            </a:r>
            <a:br>
              <a:rPr lang="en-US" sz="2000" i="1" dirty="0">
                <a:solidFill>
                  <a:srgbClr val="002060"/>
                </a:solidFill>
              </a:rPr>
            </a:br>
            <a:r>
              <a:rPr lang="en-US" sz="2000" i="1" dirty="0">
                <a:solidFill>
                  <a:srgbClr val="002060"/>
                </a:solidFill>
              </a:rPr>
              <a:t>To obtain our results, 10-fold cross validation was used on CART decision tree models. </a:t>
            </a:r>
            <a:endParaRPr lang="en-US" sz="2000" dirty="0">
              <a:solidFill>
                <a:srgbClr val="002060"/>
              </a:solidFill>
            </a:endParaRPr>
          </a:p>
        </p:txBody>
      </p:sp>
      <p:sp>
        <p:nvSpPr>
          <p:cNvPr id="33" name="Text Placeholder 32">
            <a:extLst>
              <a:ext uri="{FF2B5EF4-FFF2-40B4-BE49-F238E27FC236}">
                <a16:creationId xmlns:a16="http://schemas.microsoft.com/office/drawing/2014/main" id="{F87EA655-01D3-1E4A-870A-D1F92B7DB05D}"/>
              </a:ext>
            </a:extLst>
          </p:cNvPr>
          <p:cNvSpPr>
            <a:spLocks noGrp="1"/>
          </p:cNvSpPr>
          <p:nvPr>
            <p:ph type="body" sz="quarter" idx="29"/>
          </p:nvPr>
        </p:nvSpPr>
        <p:spPr>
          <a:xfrm>
            <a:off x="19396012" y="10002851"/>
            <a:ext cx="9551386" cy="5983159"/>
          </a:xfrm>
          <a:solidFill>
            <a:schemeClr val="bg1"/>
          </a:solidFill>
          <a:ln w="57150">
            <a:solidFill>
              <a:schemeClr val="tx1"/>
            </a:solidFill>
          </a:ln>
        </p:spPr>
        <p:txBody>
          <a:bodyPr/>
          <a:lstStyle/>
          <a:p>
            <a:pPr algn="l"/>
            <a:r>
              <a:rPr lang="en-US" sz="3200" u="none" dirty="0">
                <a:solidFill>
                  <a:srgbClr val="002060"/>
                </a:solidFill>
              </a:rPr>
              <a:t>CONCLUSION</a:t>
            </a:r>
            <a:endParaRPr lang="en-US" sz="2500" u="none" dirty="0">
              <a:solidFill>
                <a:srgbClr val="002060"/>
              </a:solidFill>
              <a:effectLst/>
            </a:endParaRPr>
          </a:p>
          <a:p>
            <a:pPr algn="l"/>
            <a:r>
              <a:rPr lang="en-US" sz="2500" b="0" u="none" dirty="0">
                <a:solidFill>
                  <a:srgbClr val="002060"/>
                </a:solidFill>
              </a:rPr>
              <a:t>Our model shows the most strength when it identifies cars that cost more than our budget of $15,000. It correctly Identifies these cars 83.44% of the time. Additionally, this model has a high specificity of 83% when identifying cars over $15,000. This is useful to know because when deciding to buy a car, I want accurate information on what makes a car expensive so I can avoid these things. This saves me time by giving me a narrow list </a:t>
            </a:r>
            <a:r>
              <a:rPr lang="en-US" sz="2500" b="0" u="none">
                <a:solidFill>
                  <a:srgbClr val="002060"/>
                </a:solidFill>
              </a:rPr>
              <a:t>of attributes </a:t>
            </a:r>
            <a:r>
              <a:rPr lang="en-US" sz="2500" b="0" u="none" dirty="0">
                <a:solidFill>
                  <a:srgbClr val="002060"/>
                </a:solidFill>
              </a:rPr>
              <a:t>to look for in cars.</a:t>
            </a:r>
          </a:p>
          <a:p>
            <a:pPr algn="l"/>
            <a:r>
              <a:rPr lang="en-US" sz="2500" b="0" u="none" dirty="0">
                <a:solidFill>
                  <a:srgbClr val="002060"/>
                </a:solidFill>
              </a:rPr>
              <a:t>The Overall accuracy of our entire model is 80%, which is good considering that 60% of the cars in this entire data set are over our budget. </a:t>
            </a:r>
          </a:p>
          <a:p>
            <a:pPr algn="l"/>
            <a:r>
              <a:rPr lang="en-US" sz="2500" b="0" u="none" dirty="0">
                <a:solidFill>
                  <a:srgbClr val="002060"/>
                </a:solidFill>
              </a:rPr>
              <a:t>It is apparent that 2 attributes that impact a cars high price is: The type of Transmission and the Year. This is going to reduce the number of cars I look for when I search for a used car!</a:t>
            </a:r>
          </a:p>
        </p:txBody>
      </p:sp>
      <p:sp>
        <p:nvSpPr>
          <p:cNvPr id="37" name="Text Placeholder 36">
            <a:extLst>
              <a:ext uri="{FF2B5EF4-FFF2-40B4-BE49-F238E27FC236}">
                <a16:creationId xmlns:a16="http://schemas.microsoft.com/office/drawing/2014/main" id="{3F54EE8F-B6E4-4E43-A0E8-706F16EE3FB8}"/>
              </a:ext>
            </a:extLst>
          </p:cNvPr>
          <p:cNvSpPr>
            <a:spLocks noGrp="1"/>
          </p:cNvSpPr>
          <p:nvPr>
            <p:ph type="body" sz="quarter" idx="185"/>
          </p:nvPr>
        </p:nvSpPr>
        <p:spPr>
          <a:xfrm>
            <a:off x="628052" y="637064"/>
            <a:ext cx="28341155" cy="658712"/>
          </a:xfrm>
          <a:ln w="57150"/>
        </p:spPr>
        <p:style>
          <a:lnRef idx="2">
            <a:schemeClr val="dk1"/>
          </a:lnRef>
          <a:fillRef idx="1">
            <a:schemeClr val="lt1"/>
          </a:fillRef>
          <a:effectRef idx="0">
            <a:schemeClr val="dk1"/>
          </a:effectRef>
          <a:fontRef idx="minor">
            <a:schemeClr val="dk1"/>
          </a:fontRef>
        </p:style>
        <p:txBody>
          <a:bodyPr>
            <a:normAutofit fontScale="92500" lnSpcReduction="10000"/>
          </a:bodyPr>
          <a:lstStyle/>
          <a:p>
            <a:pPr algn="l"/>
            <a:r>
              <a:rPr lang="en-US" sz="4400" dirty="0">
                <a:solidFill>
                  <a:srgbClr val="002060"/>
                </a:solidFill>
              </a:rPr>
              <a:t>Buying A Used Car In A Bull's market: Can Data Science Help?                                                                                                    Juan Villegas</a:t>
            </a:r>
          </a:p>
          <a:p>
            <a:pPr algn="l"/>
            <a:endParaRPr lang="en-US" dirty="0">
              <a:solidFill>
                <a:srgbClr val="002060"/>
              </a:solidFill>
            </a:endParaRPr>
          </a:p>
        </p:txBody>
      </p:sp>
      <p:sp>
        <p:nvSpPr>
          <p:cNvPr id="47" name="Rectangle 46">
            <a:extLst>
              <a:ext uri="{FF2B5EF4-FFF2-40B4-BE49-F238E27FC236}">
                <a16:creationId xmlns:a16="http://schemas.microsoft.com/office/drawing/2014/main" id="{42417B64-7F30-4445-B89E-2A4D8C92BDD4}"/>
              </a:ext>
            </a:extLst>
          </p:cNvPr>
          <p:cNvSpPr/>
          <p:nvPr/>
        </p:nvSpPr>
        <p:spPr>
          <a:xfrm>
            <a:off x="11878889" y="2320169"/>
            <a:ext cx="3504991" cy="707886"/>
          </a:xfrm>
          <a:prstGeom prst="rect">
            <a:avLst/>
          </a:prstGeom>
        </p:spPr>
        <p:txBody>
          <a:bodyPr wrap="square">
            <a:spAutoFit/>
          </a:bodyPr>
          <a:lstStyle/>
          <a:p>
            <a:pPr algn="ctr"/>
            <a:r>
              <a:rPr lang="en-US" sz="2000" b="1" dirty="0"/>
              <a:t>Figure 2: </a:t>
            </a:r>
            <a:r>
              <a:rPr lang="en-US" sz="2000" dirty="0"/>
              <a:t>Year with budget overlay</a:t>
            </a:r>
          </a:p>
        </p:txBody>
      </p:sp>
      <p:sp>
        <p:nvSpPr>
          <p:cNvPr id="54" name="Rectangle 53">
            <a:extLst>
              <a:ext uri="{FF2B5EF4-FFF2-40B4-BE49-F238E27FC236}">
                <a16:creationId xmlns:a16="http://schemas.microsoft.com/office/drawing/2014/main" id="{79017B42-2D7B-234B-86E4-8C9A72BD07F9}"/>
              </a:ext>
            </a:extLst>
          </p:cNvPr>
          <p:cNvSpPr/>
          <p:nvPr/>
        </p:nvSpPr>
        <p:spPr>
          <a:xfrm>
            <a:off x="8128612" y="6427096"/>
            <a:ext cx="3750277" cy="707886"/>
          </a:xfrm>
          <a:prstGeom prst="rect">
            <a:avLst/>
          </a:prstGeom>
        </p:spPr>
        <p:txBody>
          <a:bodyPr wrap="square">
            <a:spAutoFit/>
          </a:bodyPr>
          <a:lstStyle/>
          <a:p>
            <a:pPr algn="ctr"/>
            <a:r>
              <a:rPr lang="en-US" sz="2000" b="1" dirty="0"/>
              <a:t>Figure 4: </a:t>
            </a:r>
            <a:r>
              <a:rPr lang="en-US" sz="2000" dirty="0"/>
              <a:t>Transmission with budget overlay</a:t>
            </a:r>
          </a:p>
        </p:txBody>
      </p:sp>
      <p:sp>
        <p:nvSpPr>
          <p:cNvPr id="95" name="Text Placeholder 27">
            <a:extLst>
              <a:ext uri="{FF2B5EF4-FFF2-40B4-BE49-F238E27FC236}">
                <a16:creationId xmlns:a16="http://schemas.microsoft.com/office/drawing/2014/main" id="{732FA9EB-0BE5-E043-B3C1-84A59667C1F3}"/>
              </a:ext>
            </a:extLst>
          </p:cNvPr>
          <p:cNvSpPr txBox="1">
            <a:spLocks/>
          </p:cNvSpPr>
          <p:nvPr/>
        </p:nvSpPr>
        <p:spPr>
          <a:xfrm>
            <a:off x="19462278" y="1623196"/>
            <a:ext cx="9506930" cy="597961"/>
          </a:xfrm>
          <a:prstGeom prst="rect">
            <a:avLst/>
          </a:prstGeom>
          <a:solidFill>
            <a:schemeClr val="bg1"/>
          </a:solidFill>
          <a:ln w="57150">
            <a:solidFill>
              <a:schemeClr val="tx1"/>
            </a:solidFill>
          </a:ln>
        </p:spPr>
        <p:txBody>
          <a:bodyPr wrap="square" lIns="52249" tIns="52249" rIns="52249" bIns="52249" anchor="ctr" anchorCtr="0">
            <a:spAutoFit/>
          </a:bodyPr>
          <a:lstStyle>
            <a:lvl1pPr marL="0" indent="0" algn="ctr" defTabSz="2675223" rtl="0" eaLnBrk="1" latinLnBrk="0" hangingPunct="1">
              <a:spcBef>
                <a:spcPct val="20000"/>
              </a:spcBef>
              <a:buFont typeface="Arial" pitchFamily="34" charset="0"/>
              <a:buNone/>
              <a:defRPr sz="2240" b="1" u="sng" kern="1200" baseline="0">
                <a:solidFill>
                  <a:schemeClr val="accent5">
                    <a:lumMod val="50000"/>
                  </a:schemeClr>
                </a:solidFill>
                <a:latin typeface="+mn-lt"/>
                <a:ea typeface="+mn-ea"/>
                <a:cs typeface="+mn-cs"/>
              </a:defRPr>
            </a:lvl1pPr>
            <a:lvl2pPr marL="2173619" indent="-836007" algn="l" defTabSz="2675223" rtl="0" eaLnBrk="1" latinLnBrk="0" hangingPunct="1">
              <a:spcBef>
                <a:spcPct val="20000"/>
              </a:spcBef>
              <a:buFont typeface="Arial" pitchFamily="34" charset="0"/>
              <a:buChar char="–"/>
              <a:defRPr sz="8214" kern="1200">
                <a:solidFill>
                  <a:schemeClr val="tx1"/>
                </a:solidFill>
                <a:latin typeface="+mn-lt"/>
                <a:ea typeface="+mn-ea"/>
                <a:cs typeface="+mn-cs"/>
              </a:defRPr>
            </a:lvl2pPr>
            <a:lvl3pPr marL="3344029" indent="-668806" algn="l" defTabSz="2675223" rtl="0" eaLnBrk="1" latinLnBrk="0" hangingPunct="1">
              <a:spcBef>
                <a:spcPct val="20000"/>
              </a:spcBef>
              <a:buFont typeface="Arial" pitchFamily="34" charset="0"/>
              <a:buChar char="•"/>
              <a:defRPr sz="7040" kern="1200">
                <a:solidFill>
                  <a:schemeClr val="tx1"/>
                </a:solidFill>
                <a:latin typeface="+mn-lt"/>
                <a:ea typeface="+mn-ea"/>
                <a:cs typeface="+mn-cs"/>
              </a:defRPr>
            </a:lvl3pPr>
            <a:lvl4pPr marL="4681641" indent="-668806" algn="l" defTabSz="2675223" rtl="0" eaLnBrk="1" latinLnBrk="0" hangingPunct="1">
              <a:spcBef>
                <a:spcPct val="20000"/>
              </a:spcBef>
              <a:buFont typeface="Arial" pitchFamily="34" charset="0"/>
              <a:buChar char="–"/>
              <a:defRPr sz="5867" kern="1200">
                <a:solidFill>
                  <a:schemeClr val="tx1"/>
                </a:solidFill>
                <a:latin typeface="+mn-lt"/>
                <a:ea typeface="+mn-ea"/>
                <a:cs typeface="+mn-cs"/>
              </a:defRPr>
            </a:lvl4pPr>
            <a:lvl5pPr marL="6019252" indent="-668806" algn="l" defTabSz="2675223" rtl="0" eaLnBrk="1" latinLnBrk="0" hangingPunct="1">
              <a:spcBef>
                <a:spcPct val="20000"/>
              </a:spcBef>
              <a:buFont typeface="Arial" pitchFamily="34" charset="0"/>
              <a:buChar char="»"/>
              <a:defRPr sz="5867" kern="1200">
                <a:solidFill>
                  <a:schemeClr val="tx1"/>
                </a:solidFill>
                <a:latin typeface="+mn-lt"/>
                <a:ea typeface="+mn-ea"/>
                <a:cs typeface="+mn-cs"/>
              </a:defRPr>
            </a:lvl5pPr>
            <a:lvl6pPr marL="7356863" indent="-668806" algn="l" defTabSz="2675223" rtl="0" eaLnBrk="1" latinLnBrk="0" hangingPunct="1">
              <a:spcBef>
                <a:spcPct val="20000"/>
              </a:spcBef>
              <a:buFont typeface="Arial" pitchFamily="34" charset="0"/>
              <a:buChar char="•"/>
              <a:defRPr sz="5867" kern="1200">
                <a:solidFill>
                  <a:schemeClr val="tx1"/>
                </a:solidFill>
                <a:latin typeface="+mn-lt"/>
                <a:ea typeface="+mn-ea"/>
                <a:cs typeface="+mn-cs"/>
              </a:defRPr>
            </a:lvl6pPr>
            <a:lvl7pPr marL="8694474" indent="-668806" algn="l" defTabSz="2675223" rtl="0" eaLnBrk="1" latinLnBrk="0" hangingPunct="1">
              <a:spcBef>
                <a:spcPct val="20000"/>
              </a:spcBef>
              <a:buFont typeface="Arial" pitchFamily="34" charset="0"/>
              <a:buChar char="•"/>
              <a:defRPr sz="5867" kern="1200">
                <a:solidFill>
                  <a:schemeClr val="tx1"/>
                </a:solidFill>
                <a:latin typeface="+mn-lt"/>
                <a:ea typeface="+mn-ea"/>
                <a:cs typeface="+mn-cs"/>
              </a:defRPr>
            </a:lvl7pPr>
            <a:lvl8pPr marL="10032086" indent="-668806" algn="l" defTabSz="2675223" rtl="0" eaLnBrk="1" latinLnBrk="0" hangingPunct="1">
              <a:spcBef>
                <a:spcPct val="20000"/>
              </a:spcBef>
              <a:buFont typeface="Arial" pitchFamily="34" charset="0"/>
              <a:buChar char="•"/>
              <a:defRPr sz="5867" kern="1200">
                <a:solidFill>
                  <a:schemeClr val="tx1"/>
                </a:solidFill>
                <a:latin typeface="+mn-lt"/>
                <a:ea typeface="+mn-ea"/>
                <a:cs typeface="+mn-cs"/>
              </a:defRPr>
            </a:lvl8pPr>
            <a:lvl9pPr marL="11369697" indent="-668806" algn="l" defTabSz="2675223" rtl="0" eaLnBrk="1" latinLnBrk="0" hangingPunct="1">
              <a:spcBef>
                <a:spcPct val="20000"/>
              </a:spcBef>
              <a:buFont typeface="Arial" pitchFamily="34" charset="0"/>
              <a:buChar char="•"/>
              <a:defRPr sz="5867" kern="1200">
                <a:solidFill>
                  <a:schemeClr val="tx1"/>
                </a:solidFill>
                <a:latin typeface="+mn-lt"/>
                <a:ea typeface="+mn-ea"/>
                <a:cs typeface="+mn-cs"/>
              </a:defRPr>
            </a:lvl9pPr>
          </a:lstStyle>
          <a:p>
            <a:r>
              <a:rPr lang="en-US" sz="3200" u="none" dirty="0">
                <a:solidFill>
                  <a:srgbClr val="002060"/>
                </a:solidFill>
              </a:rPr>
              <a:t>Model &amp; Results</a:t>
            </a:r>
          </a:p>
        </p:txBody>
      </p:sp>
      <p:sp>
        <p:nvSpPr>
          <p:cNvPr id="398" name="TextBox 397">
            <a:extLst>
              <a:ext uri="{FF2B5EF4-FFF2-40B4-BE49-F238E27FC236}">
                <a16:creationId xmlns:a16="http://schemas.microsoft.com/office/drawing/2014/main" id="{441AB7FA-6CD2-7440-A6A2-F7948D6A477F}"/>
              </a:ext>
            </a:extLst>
          </p:cNvPr>
          <p:cNvSpPr txBox="1"/>
          <p:nvPr/>
        </p:nvSpPr>
        <p:spPr>
          <a:xfrm>
            <a:off x="19544854" y="4279737"/>
            <a:ext cx="4831142" cy="1323439"/>
          </a:xfrm>
          <a:prstGeom prst="rect">
            <a:avLst/>
          </a:prstGeom>
          <a:noFill/>
        </p:spPr>
        <p:txBody>
          <a:bodyPr wrap="square" rtlCol="0">
            <a:spAutoFit/>
          </a:bodyPr>
          <a:lstStyle/>
          <a:p>
            <a:r>
              <a:rPr lang="en-US" sz="2000" dirty="0">
                <a:solidFill>
                  <a:srgbClr val="002060"/>
                </a:solidFill>
              </a:rPr>
              <a:t>This CART model results in 3 terminal nodes classifying 59% of our data into the “Over $15K” category and 41% into the “Under $15K” category.</a:t>
            </a:r>
          </a:p>
        </p:txBody>
      </p:sp>
      <p:sp>
        <p:nvSpPr>
          <p:cNvPr id="401" name="TextBox 400">
            <a:extLst>
              <a:ext uri="{FF2B5EF4-FFF2-40B4-BE49-F238E27FC236}">
                <a16:creationId xmlns:a16="http://schemas.microsoft.com/office/drawing/2014/main" id="{0429B86D-A625-264A-91D2-8CA9E5ED7341}"/>
              </a:ext>
            </a:extLst>
          </p:cNvPr>
          <p:cNvSpPr txBox="1"/>
          <p:nvPr/>
        </p:nvSpPr>
        <p:spPr>
          <a:xfrm>
            <a:off x="19838740" y="8771745"/>
            <a:ext cx="9074511" cy="1231106"/>
          </a:xfrm>
          <a:prstGeom prst="rect">
            <a:avLst/>
          </a:prstGeom>
          <a:noFill/>
        </p:spPr>
        <p:txBody>
          <a:bodyPr wrap="square" rtlCol="0">
            <a:spAutoFit/>
          </a:bodyPr>
          <a:lstStyle/>
          <a:p>
            <a:pPr lvl="0"/>
            <a:r>
              <a:rPr lang="en-US" sz="2000" dirty="0">
                <a:solidFill>
                  <a:srgbClr val="002060"/>
                </a:solidFill>
              </a:rPr>
              <a:t>The best way to find a car for less than $15k is to look for a car that has a manual Transmission and was made before 2016. If you're looking for a car made after 2016, make sure it runs on Petrol. </a:t>
            </a:r>
          </a:p>
          <a:p>
            <a:endParaRPr lang="en-US" sz="1400" dirty="0">
              <a:latin typeface="Times New Roman" panose="02020603050405020304" pitchFamily="18" charset="0"/>
              <a:cs typeface="Times New Roman" panose="02020603050405020304" pitchFamily="18" charset="0"/>
            </a:endParaRPr>
          </a:p>
        </p:txBody>
      </p:sp>
      <p:pic>
        <p:nvPicPr>
          <p:cNvPr id="405" name="Picture 404" descr="Chart, bar chart&#10;&#10;Description automatically generated">
            <a:extLst>
              <a:ext uri="{FF2B5EF4-FFF2-40B4-BE49-F238E27FC236}">
                <a16:creationId xmlns:a16="http://schemas.microsoft.com/office/drawing/2014/main" id="{A0CC765B-C9F8-364A-B011-E298635C866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6298271" y="7130455"/>
            <a:ext cx="3396052" cy="3799144"/>
          </a:xfrm>
          <a:prstGeom prst="rect">
            <a:avLst/>
          </a:prstGeom>
        </p:spPr>
      </p:pic>
      <p:sp>
        <p:nvSpPr>
          <p:cNvPr id="411" name="Rectangle 410">
            <a:extLst>
              <a:ext uri="{FF2B5EF4-FFF2-40B4-BE49-F238E27FC236}">
                <a16:creationId xmlns:a16="http://schemas.microsoft.com/office/drawing/2014/main" id="{3C7FA4FA-3A73-D142-95BC-3C30C54A1642}"/>
              </a:ext>
            </a:extLst>
          </p:cNvPr>
          <p:cNvSpPr/>
          <p:nvPr/>
        </p:nvSpPr>
        <p:spPr>
          <a:xfrm>
            <a:off x="11770661" y="6426379"/>
            <a:ext cx="3721445" cy="707886"/>
          </a:xfrm>
          <a:prstGeom prst="rect">
            <a:avLst/>
          </a:prstGeom>
        </p:spPr>
        <p:txBody>
          <a:bodyPr wrap="square">
            <a:spAutoFit/>
          </a:bodyPr>
          <a:lstStyle/>
          <a:p>
            <a:pPr algn="ctr"/>
            <a:r>
              <a:rPr lang="en-US" sz="2000" b="1" dirty="0"/>
              <a:t>Figure 5: </a:t>
            </a:r>
            <a:r>
              <a:rPr lang="en-US" sz="2000" dirty="0"/>
              <a:t>Make with budget overlay</a:t>
            </a:r>
          </a:p>
        </p:txBody>
      </p:sp>
      <p:sp>
        <p:nvSpPr>
          <p:cNvPr id="412" name="Rectangle 411">
            <a:extLst>
              <a:ext uri="{FF2B5EF4-FFF2-40B4-BE49-F238E27FC236}">
                <a16:creationId xmlns:a16="http://schemas.microsoft.com/office/drawing/2014/main" id="{A7A40AF3-F665-B54C-9D6E-1E6ED7DC60A6}"/>
              </a:ext>
            </a:extLst>
          </p:cNvPr>
          <p:cNvSpPr/>
          <p:nvPr/>
        </p:nvSpPr>
        <p:spPr>
          <a:xfrm>
            <a:off x="8095997" y="2325978"/>
            <a:ext cx="3091532" cy="707886"/>
          </a:xfrm>
          <a:prstGeom prst="rect">
            <a:avLst/>
          </a:prstGeom>
        </p:spPr>
        <p:txBody>
          <a:bodyPr wrap="square">
            <a:spAutoFit/>
          </a:bodyPr>
          <a:lstStyle/>
          <a:p>
            <a:pPr algn="ctr"/>
            <a:r>
              <a:rPr lang="en-US" sz="2000" b="1" dirty="0"/>
              <a:t>Figure 1: </a:t>
            </a:r>
            <a:r>
              <a:rPr lang="en-US" sz="2000" dirty="0"/>
              <a:t>Engine Size with budget overlay</a:t>
            </a:r>
          </a:p>
        </p:txBody>
      </p:sp>
      <p:sp>
        <p:nvSpPr>
          <p:cNvPr id="413" name="Rectangle 412">
            <a:extLst>
              <a:ext uri="{FF2B5EF4-FFF2-40B4-BE49-F238E27FC236}">
                <a16:creationId xmlns:a16="http://schemas.microsoft.com/office/drawing/2014/main" id="{5C5EB374-A900-1A41-90ED-4FBF1B4FEB84}"/>
              </a:ext>
            </a:extLst>
          </p:cNvPr>
          <p:cNvSpPr/>
          <p:nvPr/>
        </p:nvSpPr>
        <p:spPr>
          <a:xfrm>
            <a:off x="16298271" y="6425921"/>
            <a:ext cx="2936187" cy="707886"/>
          </a:xfrm>
          <a:prstGeom prst="rect">
            <a:avLst/>
          </a:prstGeom>
        </p:spPr>
        <p:txBody>
          <a:bodyPr wrap="square">
            <a:spAutoFit/>
          </a:bodyPr>
          <a:lstStyle/>
          <a:p>
            <a:pPr algn="ctr"/>
            <a:r>
              <a:rPr lang="en-US" sz="2000" b="1" dirty="0"/>
              <a:t>Figure 6: </a:t>
            </a:r>
            <a:r>
              <a:rPr lang="en-US" sz="2000" dirty="0"/>
              <a:t>Fuel Type with budget overlay</a:t>
            </a:r>
          </a:p>
        </p:txBody>
      </p:sp>
      <p:pic>
        <p:nvPicPr>
          <p:cNvPr id="415" name="Picture 414" descr="Chart, bar chart, histogram&#10;&#10;Description automatically generated">
            <a:extLst>
              <a:ext uri="{FF2B5EF4-FFF2-40B4-BE49-F238E27FC236}">
                <a16:creationId xmlns:a16="http://schemas.microsoft.com/office/drawing/2014/main" id="{A2A113E6-5ACB-9045-B5B8-E0514A31D22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878889" y="3028055"/>
            <a:ext cx="3794778" cy="3310578"/>
          </a:xfrm>
          <a:prstGeom prst="rect">
            <a:avLst/>
          </a:prstGeom>
        </p:spPr>
      </p:pic>
      <p:pic>
        <p:nvPicPr>
          <p:cNvPr id="417" name="Picture 416" descr="Chart, bar chart&#10;&#10;Description automatically generated">
            <a:extLst>
              <a:ext uri="{FF2B5EF4-FFF2-40B4-BE49-F238E27FC236}">
                <a16:creationId xmlns:a16="http://schemas.microsoft.com/office/drawing/2014/main" id="{531A12D5-6F59-1645-BD05-CAE8E5D430C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045361" y="7192907"/>
            <a:ext cx="4211630" cy="3674241"/>
          </a:xfrm>
          <a:prstGeom prst="rect">
            <a:avLst/>
          </a:prstGeom>
        </p:spPr>
      </p:pic>
      <p:pic>
        <p:nvPicPr>
          <p:cNvPr id="438" name="Picture 437" descr="Chart, bar chart&#10;&#10;Description automatically generated">
            <a:extLst>
              <a:ext uri="{FF2B5EF4-FFF2-40B4-BE49-F238E27FC236}">
                <a16:creationId xmlns:a16="http://schemas.microsoft.com/office/drawing/2014/main" id="{635C462C-AE86-9142-91C7-5C21895F48D9}"/>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2118951" y="7133348"/>
            <a:ext cx="4279900" cy="3733800"/>
          </a:xfrm>
          <a:prstGeom prst="rect">
            <a:avLst/>
          </a:prstGeom>
        </p:spPr>
      </p:pic>
      <p:pic>
        <p:nvPicPr>
          <p:cNvPr id="442" name="Picture 441" descr="Chart, bar chart, histogram&#10;&#10;Description automatically generated">
            <a:extLst>
              <a:ext uri="{FF2B5EF4-FFF2-40B4-BE49-F238E27FC236}">
                <a16:creationId xmlns:a16="http://schemas.microsoft.com/office/drawing/2014/main" id="{B3ED7969-77E5-F545-A25F-C78DE16554D8}"/>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5667500" y="3028055"/>
            <a:ext cx="3794778" cy="3310578"/>
          </a:xfrm>
          <a:prstGeom prst="rect">
            <a:avLst/>
          </a:prstGeom>
        </p:spPr>
      </p:pic>
      <p:sp>
        <p:nvSpPr>
          <p:cNvPr id="443" name="Rectangle 442">
            <a:extLst>
              <a:ext uri="{FF2B5EF4-FFF2-40B4-BE49-F238E27FC236}">
                <a16:creationId xmlns:a16="http://schemas.microsoft.com/office/drawing/2014/main" id="{A4315871-B309-DD4F-9F70-887478BB7EDE}"/>
              </a:ext>
            </a:extLst>
          </p:cNvPr>
          <p:cNvSpPr/>
          <p:nvPr/>
        </p:nvSpPr>
        <p:spPr>
          <a:xfrm>
            <a:off x="15667500" y="2318059"/>
            <a:ext cx="3215882" cy="707886"/>
          </a:xfrm>
          <a:prstGeom prst="rect">
            <a:avLst/>
          </a:prstGeom>
        </p:spPr>
        <p:txBody>
          <a:bodyPr wrap="square">
            <a:spAutoFit/>
          </a:bodyPr>
          <a:lstStyle/>
          <a:p>
            <a:pPr algn="ctr"/>
            <a:r>
              <a:rPr lang="en-US" sz="2000" b="1" dirty="0"/>
              <a:t>Figure 3: </a:t>
            </a:r>
            <a:r>
              <a:rPr lang="en-US" sz="2000" dirty="0"/>
              <a:t>Mileage with budget overlay</a:t>
            </a:r>
          </a:p>
        </p:txBody>
      </p:sp>
      <p:pic>
        <p:nvPicPr>
          <p:cNvPr id="445" name="Picture 444" descr="Chart, histogram&#10;&#10;Description automatically generated">
            <a:extLst>
              <a:ext uri="{FF2B5EF4-FFF2-40B4-BE49-F238E27FC236}">
                <a16:creationId xmlns:a16="http://schemas.microsoft.com/office/drawing/2014/main" id="{5A6BEB4F-0A3E-3B42-9588-A093F52D1ABA}"/>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8100007" y="3033865"/>
            <a:ext cx="3855338" cy="3363410"/>
          </a:xfrm>
          <a:prstGeom prst="rect">
            <a:avLst/>
          </a:prstGeom>
        </p:spPr>
      </p:pic>
      <p:pic>
        <p:nvPicPr>
          <p:cNvPr id="3" name="Picture 2" descr="Graphical user interface, application&#10;&#10;Description automatically generated">
            <a:extLst>
              <a:ext uri="{FF2B5EF4-FFF2-40B4-BE49-F238E27FC236}">
                <a16:creationId xmlns:a16="http://schemas.microsoft.com/office/drawing/2014/main" id="{16DF9D7D-B015-0E47-95C5-45BBA0CB8C2A}"/>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18617983" y="2953487"/>
            <a:ext cx="10671732" cy="5542126"/>
          </a:xfrm>
          <a:prstGeom prst="rect">
            <a:avLst/>
          </a:prstGeom>
        </p:spPr>
      </p:pic>
    </p:spTree>
    <p:extLst>
      <p:ext uri="{BB962C8B-B14F-4D97-AF65-F5344CB8AC3E}">
        <p14:creationId xmlns:p14="http://schemas.microsoft.com/office/powerpoint/2010/main" val="3417310049"/>
      </p:ext>
    </p:extLst>
  </p:cSld>
  <p:clrMapOvr>
    <a:masterClrMapping/>
  </p:clrMapOvr>
</p:sld>
</file>

<file path=ppt/theme/theme1.xml><?xml version="1.0" encoding="utf-8"?>
<a:theme xmlns:a="http://schemas.openxmlformats.org/drawingml/2006/main" name="PosterPresentations.com-36x60-Template-V3">
  <a:themeElements>
    <a:clrScheme name="Paper">
      <a:dk1>
        <a:sysClr val="windowText" lastClr="000000"/>
      </a:dk1>
      <a:lt1>
        <a:sysClr val="window" lastClr="FFFFFF"/>
      </a:lt1>
      <a:dk2>
        <a:srgbClr val="444D26"/>
      </a:dk2>
      <a:lt2>
        <a:srgbClr val="FEFAC9"/>
      </a:lt2>
      <a:accent1>
        <a:srgbClr val="A5B592"/>
      </a:accent1>
      <a:accent2>
        <a:srgbClr val="F3A447"/>
      </a:accent2>
      <a:accent3>
        <a:srgbClr val="E7BC29"/>
      </a:accent3>
      <a:accent4>
        <a:srgbClr val="D092A7"/>
      </a:accent4>
      <a:accent5>
        <a:srgbClr val="9C85C0"/>
      </a:accent5>
      <a:accent6>
        <a:srgbClr val="809EC2"/>
      </a:accent6>
      <a:hlink>
        <a:srgbClr val="8E58B6"/>
      </a:hlink>
      <a:folHlink>
        <a:srgbClr val="7F6F6F"/>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rtlCol="0">
        <a:spAutoFit/>
      </a:bodyPr>
      <a:lstStyle>
        <a:defPPr>
          <a:defRPr sz="1400" dirty="0">
            <a:latin typeface="Times New Roman" panose="02020603050405020304" pitchFamily="18" charset="0"/>
            <a:cs typeface="Times New Roman" panose="02020603050405020304" pitchFamily="18" charset="0"/>
          </a:defRPr>
        </a:defPPr>
      </a:lstStyle>
    </a:txDef>
  </a:objectDefaults>
  <a:extraClrSchemeLst/>
</a:theme>
</file>

<file path=ppt/theme/theme2.xml><?xml version="1.0" encoding="utf-8"?>
<a:theme xmlns:a="http://schemas.openxmlformats.org/drawingml/2006/main" name="Without Quick Guides">
  <a:themeElements>
    <a:clrScheme name="Paper">
      <a:dk1>
        <a:sysClr val="windowText" lastClr="000000"/>
      </a:dk1>
      <a:lt1>
        <a:sysClr val="window" lastClr="FFFFFF"/>
      </a:lt1>
      <a:dk2>
        <a:srgbClr val="444D26"/>
      </a:dk2>
      <a:lt2>
        <a:srgbClr val="FEFAC9"/>
      </a:lt2>
      <a:accent1>
        <a:srgbClr val="A5B592"/>
      </a:accent1>
      <a:accent2>
        <a:srgbClr val="F3A447"/>
      </a:accent2>
      <a:accent3>
        <a:srgbClr val="E7BC29"/>
      </a:accent3>
      <a:accent4>
        <a:srgbClr val="D092A7"/>
      </a:accent4>
      <a:accent5>
        <a:srgbClr val="9C85C0"/>
      </a:accent5>
      <a:accent6>
        <a:srgbClr val="809EC2"/>
      </a:accent6>
      <a:hlink>
        <a:srgbClr val="8E58B6"/>
      </a:hlink>
      <a:folHlink>
        <a:srgbClr val="7F6F6F"/>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rtlCol="0">
        <a:spAutoFit/>
      </a:bodyPr>
      <a:lstStyle>
        <a:defPPr>
          <a:defRPr sz="1400" dirty="0">
            <a:latin typeface="Times New Roman" panose="02020603050405020304" pitchFamily="18" charset="0"/>
            <a:cs typeface="Times New Roman" panose="02020603050405020304" pitchFamily="18" charset="0"/>
          </a:defRPr>
        </a:defPPr>
      </a:lstStyle>
    </a:txDef>
  </a:objectDefaults>
  <a:extraClrSchemeLst/>
</a:theme>
</file>

<file path=ppt/theme/theme3.xml><?xml version="1.0" encoding="utf-8"?>
<a:theme xmlns:a="http://schemas.openxmlformats.org/drawingml/2006/main" name="1_Classic 3 Columns">
  <a:themeElements>
    <a:clrScheme name="Paper">
      <a:dk1>
        <a:sysClr val="windowText" lastClr="000000"/>
      </a:dk1>
      <a:lt1>
        <a:sysClr val="window" lastClr="FFFFFF"/>
      </a:lt1>
      <a:dk2>
        <a:srgbClr val="444D26"/>
      </a:dk2>
      <a:lt2>
        <a:srgbClr val="FEFAC9"/>
      </a:lt2>
      <a:accent1>
        <a:srgbClr val="A5B592"/>
      </a:accent1>
      <a:accent2>
        <a:srgbClr val="F3A447"/>
      </a:accent2>
      <a:accent3>
        <a:srgbClr val="E7BC29"/>
      </a:accent3>
      <a:accent4>
        <a:srgbClr val="D092A7"/>
      </a:accent4>
      <a:accent5>
        <a:srgbClr val="9C85C0"/>
      </a:accent5>
      <a:accent6>
        <a:srgbClr val="809EC2"/>
      </a:accent6>
      <a:hlink>
        <a:srgbClr val="8E58B6"/>
      </a:hlink>
      <a:folHlink>
        <a:srgbClr val="7F6F6F"/>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rtlCol="0">
        <a:spAutoFit/>
      </a:bodyPr>
      <a:lstStyle>
        <a:defPPr>
          <a:defRPr sz="1400" dirty="0">
            <a:latin typeface="Times New Roman" panose="02020603050405020304" pitchFamily="18" charset="0"/>
            <a:cs typeface="Times New Roman" panose="02020603050405020304" pitchFamily="18" charset="0"/>
          </a:defRPr>
        </a:defPPr>
      </a:lstStyle>
    </a:txDef>
  </a:objectDefaults>
  <a:extraClrSchemeLst/>
</a:theme>
</file>

<file path=ppt/theme/theme4.xml><?xml version="1.0" encoding="utf-8"?>
<a:theme xmlns:a="http://schemas.openxmlformats.org/drawingml/2006/main" name="Classic - Wide Center">
  <a:themeElements>
    <a:clrScheme name="Paper">
      <a:dk1>
        <a:sysClr val="windowText" lastClr="000000"/>
      </a:dk1>
      <a:lt1>
        <a:sysClr val="window" lastClr="FFFFFF"/>
      </a:lt1>
      <a:dk2>
        <a:srgbClr val="444D26"/>
      </a:dk2>
      <a:lt2>
        <a:srgbClr val="FEFAC9"/>
      </a:lt2>
      <a:accent1>
        <a:srgbClr val="A5B592"/>
      </a:accent1>
      <a:accent2>
        <a:srgbClr val="F3A447"/>
      </a:accent2>
      <a:accent3>
        <a:srgbClr val="E7BC29"/>
      </a:accent3>
      <a:accent4>
        <a:srgbClr val="D092A7"/>
      </a:accent4>
      <a:accent5>
        <a:srgbClr val="9C85C0"/>
      </a:accent5>
      <a:accent6>
        <a:srgbClr val="809EC2"/>
      </a:accent6>
      <a:hlink>
        <a:srgbClr val="8E58B6"/>
      </a:hlink>
      <a:folHlink>
        <a:srgbClr val="7F6F6F"/>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rtlCol="0">
        <a:spAutoFit/>
      </a:bodyPr>
      <a:lstStyle>
        <a:defPPr>
          <a:defRPr sz="1400" dirty="0">
            <a:latin typeface="Times New Roman" panose="02020603050405020304" pitchFamily="18" charset="0"/>
            <a:cs typeface="Times New Roman" panose="02020603050405020304" pitchFamily="18" charset="0"/>
          </a:defRPr>
        </a:defPPr>
      </a:lstStyle>
    </a:txDef>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PosterPresentations.com-36x60-Template-V3</Template>
  <TotalTime>4907</TotalTime>
  <Words>773</Words>
  <Application>Microsoft Macintosh PowerPoint</Application>
  <PresentationFormat>Custom</PresentationFormat>
  <Paragraphs>28</Paragraphs>
  <Slides>1</Slides>
  <Notes>1</Notes>
  <HiddenSlides>0</HiddenSlides>
  <MMClips>0</MMClips>
  <ScaleCrop>false</ScaleCrop>
  <HeadingPairs>
    <vt:vector size="6" baseType="variant">
      <vt:variant>
        <vt:lpstr>Fonts Used</vt:lpstr>
      </vt:variant>
      <vt:variant>
        <vt:i4>5</vt:i4>
      </vt:variant>
      <vt:variant>
        <vt:lpstr>Theme</vt:lpstr>
      </vt:variant>
      <vt:variant>
        <vt:i4>4</vt:i4>
      </vt:variant>
      <vt:variant>
        <vt:lpstr>Slide Titles</vt:lpstr>
      </vt:variant>
      <vt:variant>
        <vt:i4>1</vt:i4>
      </vt:variant>
    </vt:vector>
  </HeadingPairs>
  <TitlesOfParts>
    <vt:vector size="10" baseType="lpstr">
      <vt:lpstr>Arial</vt:lpstr>
      <vt:lpstr>Arial Black</vt:lpstr>
      <vt:lpstr>Calibri</vt:lpstr>
      <vt:lpstr>Times New Roman</vt:lpstr>
      <vt:lpstr>Trebuchet MS</vt:lpstr>
      <vt:lpstr>PosterPresentations.com-36x60-Template-V3</vt:lpstr>
      <vt:lpstr>Without Quick Guides</vt:lpstr>
      <vt:lpstr>1_Classic 3 Columns</vt:lpstr>
      <vt:lpstr>Classic - Wide Center</vt:lpstr>
      <vt:lpstr>PowerPoint Presentation</vt:lpstr>
    </vt:vector>
  </TitlesOfParts>
  <Company>Hewlett-Packard Company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CanterburyMedia</dc:creator>
  <cp:lastModifiedBy>Villegas,Juan G.(Student)</cp:lastModifiedBy>
  <cp:revision>42</cp:revision>
  <cp:lastPrinted>2022-01-09T19:08:26Z</cp:lastPrinted>
  <dcterms:created xsi:type="dcterms:W3CDTF">2012-02-06T18:46:22Z</dcterms:created>
  <dcterms:modified xsi:type="dcterms:W3CDTF">2022-09-12T00:41:05Z</dcterms:modified>
</cp:coreProperties>
</file>